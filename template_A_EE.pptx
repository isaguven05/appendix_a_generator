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media/image1.jpeg" ContentType="image/jpeg"/>
  <Override PartName="/ppt/media/image2.jpeg" ContentType="image/jpeg"/>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Lst>
  <p:sldSz cx="15113000" cy="10693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Calibri"/>
      </a:defRPr>
    </a:lvl1pPr>
    <a:lvl2pPr marL="0" marR="0" indent="703794"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Calibri"/>
      </a:defRPr>
    </a:lvl2pPr>
    <a:lvl3pPr marL="0" marR="0" indent="1407588"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Calibri"/>
      </a:defRPr>
    </a:lvl3pPr>
    <a:lvl4pPr marL="0" marR="0" indent="2111382"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Calibri"/>
      </a:defRPr>
    </a:lvl4pPr>
    <a:lvl5pPr marL="0" marR="0" indent="2815179"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Calibri"/>
      </a:defRPr>
    </a:lvl5pPr>
    <a:lvl6pPr marL="0" marR="0" indent="3518973"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Calibri"/>
      </a:defRPr>
    </a:lvl6pPr>
    <a:lvl7pPr marL="0" marR="0" indent="4222768"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Calibri"/>
      </a:defRPr>
    </a:lvl7pPr>
    <a:lvl8pPr marL="0" marR="0" indent="4926564"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Calibri"/>
      </a:defRPr>
    </a:lvl8pPr>
    <a:lvl9pPr marL="0" marR="0" indent="5630357"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3">
              <a:alpha val="20000"/>
            </a:scheme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3">
              <a:alpha val="20000"/>
            </a:schemeClr>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12700" cap="flat">
              <a:solidFill>
                <a:schemeClr val="accent3"/>
              </a:solidFill>
              <a:prstDash val="solid"/>
              <a:round/>
            </a:ln>
          </a:top>
          <a:bottom>
            <a:ln w="12700" cap="flat">
              <a:solidFill>
                <a:schemeClr val="accent3"/>
              </a:solidFill>
              <a:prstDash val="solid"/>
              <a:round/>
            </a:ln>
          </a:bottom>
          <a:insideH>
            <a:ln w="12700" cap="flat">
              <a:noFill/>
              <a:miter lim="400000"/>
            </a:ln>
          </a:insideH>
          <a:insideV>
            <a:ln w="12700" cap="flat">
              <a:noFill/>
              <a:miter lim="400000"/>
            </a:ln>
          </a:insideV>
        </a:tcBdr>
        <a:fill>
          <a:noFill/>
        </a:fill>
      </a:tcStyle>
    </a:lastRow>
    <a:firstRow>
      <a:tcTxStyle b="on" i="off">
        <a:fontRef idx="major">
          <a:srgbClr val="000000"/>
        </a:fontRef>
        <a:srgbClr val="000000"/>
      </a:tcTxStyle>
      <a:tcStyle>
        <a:tcBdr>
          <a:left>
            <a:ln w="12700" cap="flat">
              <a:noFill/>
              <a:miter lim="400000"/>
            </a:ln>
          </a:left>
          <a:right>
            <a:ln w="12700" cap="flat">
              <a:noFill/>
              <a:miter lim="400000"/>
            </a:ln>
          </a:right>
          <a:top>
            <a:ln w="12700" cap="flat">
              <a:solidFill>
                <a:schemeClr val="accent3"/>
              </a:solidFill>
              <a:prstDash val="solid"/>
              <a:round/>
            </a:ln>
          </a:top>
          <a:bottom>
            <a:ln w="12700" cap="flat">
              <a:solidFill>
                <a:schemeClr val="accent3"/>
              </a:solidFill>
              <a:prstDash val="solid"/>
              <a:round/>
            </a:ln>
          </a:bottom>
          <a:insideH>
            <a:ln w="12700" cap="flat">
              <a:noFill/>
              <a:miter lim="400000"/>
            </a:ln>
          </a:insideH>
          <a:insideV>
            <a:ln w="12700" cap="flat">
              <a:noFill/>
              <a:miter lim="400000"/>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05" name="Shape 305"/>
          <p:cNvSpPr/>
          <p:nvPr>
            <p:ph type="sldImg"/>
          </p:nvPr>
        </p:nvSpPr>
        <p:spPr>
          <a:xfrm>
            <a:off x="1143000" y="685800"/>
            <a:ext cx="4572000" cy="3429000"/>
          </a:xfrm>
          <a:prstGeom prst="rect">
            <a:avLst/>
          </a:prstGeom>
        </p:spPr>
        <p:txBody>
          <a:bodyPr/>
          <a:lstStyle/>
          <a:p>
            <a:pPr/>
          </a:p>
        </p:txBody>
      </p:sp>
      <p:sp>
        <p:nvSpPr>
          <p:cNvPr id="306" name="Shape 30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914128" latinLnBrk="0">
      <a:defRPr sz="1200">
        <a:latin typeface="+mj-lt"/>
        <a:ea typeface="+mj-ea"/>
        <a:cs typeface="+mj-cs"/>
        <a:sym typeface="Calibri"/>
      </a:defRPr>
    </a:lvl1pPr>
    <a:lvl2pPr indent="228600" defTabSz="914128" latinLnBrk="0">
      <a:defRPr sz="1200">
        <a:latin typeface="+mj-lt"/>
        <a:ea typeface="+mj-ea"/>
        <a:cs typeface="+mj-cs"/>
        <a:sym typeface="Calibri"/>
      </a:defRPr>
    </a:lvl2pPr>
    <a:lvl3pPr indent="457200" defTabSz="914128" latinLnBrk="0">
      <a:defRPr sz="1200">
        <a:latin typeface="+mj-lt"/>
        <a:ea typeface="+mj-ea"/>
        <a:cs typeface="+mj-cs"/>
        <a:sym typeface="Calibri"/>
      </a:defRPr>
    </a:lvl3pPr>
    <a:lvl4pPr indent="685800" defTabSz="914128" latinLnBrk="0">
      <a:defRPr sz="1200">
        <a:latin typeface="+mj-lt"/>
        <a:ea typeface="+mj-ea"/>
        <a:cs typeface="+mj-cs"/>
        <a:sym typeface="Calibri"/>
      </a:defRPr>
    </a:lvl4pPr>
    <a:lvl5pPr indent="914400" defTabSz="914128" latinLnBrk="0">
      <a:defRPr sz="1200">
        <a:latin typeface="+mj-lt"/>
        <a:ea typeface="+mj-ea"/>
        <a:cs typeface="+mj-cs"/>
        <a:sym typeface="Calibri"/>
      </a:defRPr>
    </a:lvl5pPr>
    <a:lvl6pPr indent="1143000" defTabSz="914128" latinLnBrk="0">
      <a:defRPr sz="1200">
        <a:latin typeface="+mj-lt"/>
        <a:ea typeface="+mj-ea"/>
        <a:cs typeface="+mj-cs"/>
        <a:sym typeface="Calibri"/>
      </a:defRPr>
    </a:lvl6pPr>
    <a:lvl7pPr indent="1371600" defTabSz="914128" latinLnBrk="0">
      <a:defRPr sz="1200">
        <a:latin typeface="+mj-lt"/>
        <a:ea typeface="+mj-ea"/>
        <a:cs typeface="+mj-cs"/>
        <a:sym typeface="Calibri"/>
      </a:defRPr>
    </a:lvl7pPr>
    <a:lvl8pPr indent="1600200" defTabSz="914128" latinLnBrk="0">
      <a:defRPr sz="1200">
        <a:latin typeface="+mj-lt"/>
        <a:ea typeface="+mj-ea"/>
        <a:cs typeface="+mj-cs"/>
        <a:sym typeface="Calibri"/>
      </a:defRPr>
    </a:lvl8pPr>
    <a:lvl9pPr indent="1828800" defTabSz="914128"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jpeg"/><Relationship Id="rId6" Type="http://schemas.openxmlformats.org/officeDocument/2006/relationships/image" Target="../media/image7.png"/><Relationship Id="rId7" Type="http://schemas.openxmlformats.org/officeDocument/2006/relationships/image" Target="../media/image8.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RF Schematics">
    <p:spTree>
      <p:nvGrpSpPr>
        <p:cNvPr id="1" name=""/>
        <p:cNvGrpSpPr/>
        <p:nvPr/>
      </p:nvGrpSpPr>
      <p:grpSpPr>
        <a:xfrm>
          <a:off x="0" y="0"/>
          <a:ext cx="0" cy="0"/>
          <a:chOff x="0" y="0"/>
          <a:chExt cx="0" cy="0"/>
        </a:xfrm>
      </p:grpSpPr>
      <p:sp>
        <p:nvSpPr>
          <p:cNvPr id="1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GA">
    <p:spTree>
      <p:nvGrpSpPr>
        <p:cNvPr id="1" name=""/>
        <p:cNvGrpSpPr/>
        <p:nvPr/>
      </p:nvGrpSpPr>
      <p:grpSpPr>
        <a:xfrm>
          <a:off x="0" y="0"/>
          <a:ext cx="0" cy="0"/>
          <a:chOff x="0" y="0"/>
          <a:chExt cx="0" cy="0"/>
        </a:xfrm>
      </p:grpSpPr>
      <p:sp>
        <p:nvSpPr>
          <p:cNvPr id="143" name="TextBox 66"/>
          <p:cNvSpPr txBox="1"/>
          <p:nvPr/>
        </p:nvSpPr>
        <p:spPr>
          <a:xfrm>
            <a:off x="13525788" y="9201184"/>
            <a:ext cx="13006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144" name="TextBox 85"/>
          <p:cNvSpPr txBox="1"/>
          <p:nvPr/>
        </p:nvSpPr>
        <p:spPr>
          <a:xfrm>
            <a:off x="13969973" y="9321328"/>
            <a:ext cx="85647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&lt;A&gt;</a:t>
            </a:r>
          </a:p>
        </p:txBody>
      </p:sp>
      <p:sp>
        <p:nvSpPr>
          <p:cNvPr id="145" name="Rectangle 7"/>
          <p:cNvSpPr/>
          <p:nvPr/>
        </p:nvSpPr>
        <p:spPr>
          <a:xfrm>
            <a:off x="227013" y="261258"/>
            <a:ext cx="14643063" cy="10175448"/>
          </a:xfrm>
          <a:prstGeom prst="rect">
            <a:avLst/>
          </a:prstGeom>
          <a:ln>
            <a:solidFill>
              <a:srgbClr val="BFBFBF"/>
            </a:solidFill>
          </a:ln>
        </p:spPr>
        <p:txBody>
          <a:bodyPr lIns="45719" rIns="45719" anchor="ctr"/>
          <a:lstStyle/>
          <a:p>
            <a:pPr algn="ctr">
              <a:defRPr sz="2400">
                <a:solidFill>
                  <a:srgbClr val="FFFFFF"/>
                </a:solidFill>
              </a:defRPr>
            </a:pPr>
          </a:p>
        </p:txBody>
      </p:sp>
      <p:sp>
        <p:nvSpPr>
          <p:cNvPr id="146" name="Freeform 10"/>
          <p:cNvSpPr/>
          <p:nvPr/>
        </p:nvSpPr>
        <p:spPr>
          <a:xfrm flipH="1">
            <a:off x="12234861" y="209551"/>
            <a:ext cx="1" cy="10224001"/>
          </a:xfrm>
          <a:prstGeom prst="line">
            <a:avLst/>
          </a:prstGeom>
          <a:ln>
            <a:solidFill>
              <a:srgbClr val="BFBFBF"/>
            </a:solidFill>
          </a:ln>
        </p:spPr>
        <p:txBody>
          <a:bodyPr lIns="45719" rIns="45719"/>
          <a:lstStyle/>
          <a:p>
            <a:pPr/>
          </a:p>
        </p:txBody>
      </p:sp>
      <p:sp>
        <p:nvSpPr>
          <p:cNvPr id="147" name="Freeform 11"/>
          <p:cNvSpPr/>
          <p:nvPr/>
        </p:nvSpPr>
        <p:spPr>
          <a:xfrm>
            <a:off x="12230100" y="702183"/>
            <a:ext cx="2646000" cy="1"/>
          </a:xfrm>
          <a:prstGeom prst="line">
            <a:avLst/>
          </a:prstGeom>
          <a:ln>
            <a:solidFill>
              <a:srgbClr val="BFBFBF"/>
            </a:solidFill>
          </a:ln>
        </p:spPr>
        <p:txBody>
          <a:bodyPr lIns="45719" rIns="45719"/>
          <a:lstStyle/>
          <a:p>
            <a:pPr/>
          </a:p>
        </p:txBody>
      </p:sp>
      <p:sp>
        <p:nvSpPr>
          <p:cNvPr id="148"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149" name="Freeform 45"/>
          <p:cNvSpPr/>
          <p:nvPr/>
        </p:nvSpPr>
        <p:spPr>
          <a:xfrm>
            <a:off x="12230100" y="8848334"/>
            <a:ext cx="2646000" cy="1"/>
          </a:xfrm>
          <a:prstGeom prst="line">
            <a:avLst/>
          </a:prstGeom>
          <a:ln>
            <a:solidFill>
              <a:srgbClr val="BFBFBF"/>
            </a:solidFill>
          </a:ln>
        </p:spPr>
        <p:txBody>
          <a:bodyPr lIns="45719" rIns="45719"/>
          <a:lstStyle/>
          <a:p>
            <a:pPr/>
          </a:p>
        </p:txBody>
      </p:sp>
      <p:sp>
        <p:nvSpPr>
          <p:cNvPr id="150" name="Freeform 47"/>
          <p:cNvSpPr/>
          <p:nvPr/>
        </p:nvSpPr>
        <p:spPr>
          <a:xfrm>
            <a:off x="12237973" y="9307141"/>
            <a:ext cx="2631522" cy="1"/>
          </a:xfrm>
          <a:prstGeom prst="line">
            <a:avLst/>
          </a:prstGeom>
          <a:ln>
            <a:solidFill>
              <a:srgbClr val="BFBFBF"/>
            </a:solidFill>
          </a:ln>
        </p:spPr>
        <p:txBody>
          <a:bodyPr lIns="45719" rIns="45719"/>
          <a:lstStyle/>
          <a:p>
            <a:pPr/>
          </a:p>
        </p:txBody>
      </p:sp>
      <p:sp>
        <p:nvSpPr>
          <p:cNvPr id="151" name="Freeform 48"/>
          <p:cNvSpPr/>
          <p:nvPr/>
        </p:nvSpPr>
        <p:spPr>
          <a:xfrm>
            <a:off x="12229154" y="9417119"/>
            <a:ext cx="2646001" cy="1"/>
          </a:xfrm>
          <a:prstGeom prst="line">
            <a:avLst/>
          </a:prstGeom>
          <a:ln>
            <a:solidFill>
              <a:srgbClr val="BFBFBF"/>
            </a:solidFill>
          </a:ln>
        </p:spPr>
        <p:txBody>
          <a:bodyPr lIns="45719" rIns="45719"/>
          <a:lstStyle/>
          <a:p>
            <a:pPr/>
          </a:p>
        </p:txBody>
      </p:sp>
      <p:sp>
        <p:nvSpPr>
          <p:cNvPr id="152" name="Freeform 67"/>
          <p:cNvSpPr/>
          <p:nvPr/>
        </p:nvSpPr>
        <p:spPr>
          <a:xfrm>
            <a:off x="13545546" y="6950908"/>
            <a:ext cx="1" cy="890402"/>
          </a:xfrm>
          <a:prstGeom prst="line">
            <a:avLst/>
          </a:prstGeom>
          <a:ln>
            <a:solidFill>
              <a:srgbClr val="BFBFBF"/>
            </a:solidFill>
          </a:ln>
        </p:spPr>
        <p:txBody>
          <a:bodyPr lIns="45719" rIns="45719"/>
          <a:lstStyle/>
          <a:p>
            <a:pPr/>
          </a:p>
        </p:txBody>
      </p:sp>
      <p:sp>
        <p:nvSpPr>
          <p:cNvPr id="153" name="TextBox 75"/>
          <p:cNvSpPr txBox="1"/>
          <p:nvPr/>
        </p:nvSpPr>
        <p:spPr>
          <a:xfrm>
            <a:off x="12234160" y="9470638"/>
            <a:ext cx="259229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154" name="Freeform 76"/>
          <p:cNvSpPr/>
          <p:nvPr/>
        </p:nvSpPr>
        <p:spPr>
          <a:xfrm>
            <a:off x="12233492" y="9612058"/>
            <a:ext cx="2636004" cy="1"/>
          </a:xfrm>
          <a:prstGeom prst="line">
            <a:avLst/>
          </a:prstGeom>
          <a:ln w="3175">
            <a:solidFill>
              <a:srgbClr val="BFBFBF"/>
            </a:solidFill>
          </a:ln>
        </p:spPr>
        <p:txBody>
          <a:bodyPr lIns="45719" rIns="45719"/>
          <a:lstStyle/>
          <a:p>
            <a:pPr/>
          </a:p>
        </p:txBody>
      </p:sp>
      <p:sp>
        <p:nvSpPr>
          <p:cNvPr id="155" name="TextBox 77"/>
          <p:cNvSpPr txBox="1"/>
          <p:nvPr/>
        </p:nvSpPr>
        <p:spPr>
          <a:xfrm>
            <a:off x="12507654" y="9632306"/>
            <a:ext cx="5102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156" name="Freeform 79"/>
          <p:cNvSpPr/>
          <p:nvPr/>
        </p:nvSpPr>
        <p:spPr>
          <a:xfrm>
            <a:off x="12513692" y="9612117"/>
            <a:ext cx="1" cy="821435"/>
          </a:xfrm>
          <a:prstGeom prst="line">
            <a:avLst/>
          </a:prstGeom>
          <a:ln w="3175">
            <a:solidFill>
              <a:srgbClr val="BFBFBF"/>
            </a:solidFill>
          </a:ln>
        </p:spPr>
        <p:txBody>
          <a:bodyPr lIns="45719" rIns="45719"/>
          <a:lstStyle/>
          <a:p>
            <a:pPr/>
          </a:p>
        </p:txBody>
      </p:sp>
      <p:sp>
        <p:nvSpPr>
          <p:cNvPr id="157"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158" name="Freeform 82"/>
          <p:cNvSpPr/>
          <p:nvPr/>
        </p:nvSpPr>
        <p:spPr>
          <a:xfrm>
            <a:off x="12236068" y="9736835"/>
            <a:ext cx="2636004" cy="1"/>
          </a:xfrm>
          <a:prstGeom prst="line">
            <a:avLst/>
          </a:prstGeom>
          <a:ln w="3175">
            <a:solidFill>
              <a:srgbClr val="BFBFBF"/>
            </a:solidFill>
          </a:ln>
        </p:spPr>
        <p:txBody>
          <a:bodyPr lIns="45719" rIns="45719"/>
          <a:lstStyle/>
          <a:p>
            <a:pPr/>
          </a:p>
        </p:txBody>
      </p:sp>
      <p:sp>
        <p:nvSpPr>
          <p:cNvPr id="159" name="Freeform 83"/>
          <p:cNvSpPr/>
          <p:nvPr/>
        </p:nvSpPr>
        <p:spPr>
          <a:xfrm>
            <a:off x="13052420" y="9614214"/>
            <a:ext cx="1" cy="824698"/>
          </a:xfrm>
          <a:prstGeom prst="line">
            <a:avLst/>
          </a:prstGeom>
          <a:ln w="3175">
            <a:solidFill>
              <a:srgbClr val="BFBFBF"/>
            </a:solidFill>
          </a:ln>
        </p:spPr>
        <p:txBody>
          <a:bodyPr lIns="45719" rIns="45719"/>
          <a:lstStyle/>
          <a:p>
            <a:pPr/>
          </a:p>
        </p:txBody>
      </p:sp>
      <p:sp>
        <p:nvSpPr>
          <p:cNvPr id="160" name="TextBox 84"/>
          <p:cNvSpPr txBox="1"/>
          <p:nvPr/>
        </p:nvSpPr>
        <p:spPr>
          <a:xfrm>
            <a:off x="13058443" y="9631361"/>
            <a:ext cx="178161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161" name="Freeform 86"/>
          <p:cNvSpPr/>
          <p:nvPr/>
        </p:nvSpPr>
        <p:spPr>
          <a:xfrm>
            <a:off x="12237973" y="9877804"/>
            <a:ext cx="2636005" cy="1"/>
          </a:xfrm>
          <a:prstGeom prst="line">
            <a:avLst/>
          </a:prstGeom>
          <a:ln w="3175">
            <a:solidFill>
              <a:srgbClr val="BFBFBF"/>
            </a:solidFill>
          </a:ln>
        </p:spPr>
        <p:txBody>
          <a:bodyPr lIns="45719" rIns="45719"/>
          <a:lstStyle/>
          <a:p>
            <a:pPr/>
          </a:p>
        </p:txBody>
      </p:sp>
      <p:sp>
        <p:nvSpPr>
          <p:cNvPr id="162" name="Freeform 87"/>
          <p:cNvSpPr/>
          <p:nvPr/>
        </p:nvSpPr>
        <p:spPr>
          <a:xfrm>
            <a:off x="12236068" y="9878181"/>
            <a:ext cx="2636004" cy="1"/>
          </a:xfrm>
          <a:prstGeom prst="line">
            <a:avLst/>
          </a:prstGeom>
          <a:ln w="3175">
            <a:solidFill>
              <a:srgbClr val="BFBFBF"/>
            </a:solidFill>
          </a:ln>
        </p:spPr>
        <p:txBody>
          <a:bodyPr lIns="45719" rIns="45719"/>
          <a:lstStyle/>
          <a:p>
            <a:pPr/>
          </a:p>
        </p:txBody>
      </p:sp>
      <p:sp>
        <p:nvSpPr>
          <p:cNvPr id="163" name="Freeform 88"/>
          <p:cNvSpPr/>
          <p:nvPr/>
        </p:nvSpPr>
        <p:spPr>
          <a:xfrm>
            <a:off x="12237973" y="10019151"/>
            <a:ext cx="2636005" cy="1"/>
          </a:xfrm>
          <a:prstGeom prst="line">
            <a:avLst/>
          </a:prstGeom>
          <a:ln w="3175">
            <a:solidFill>
              <a:srgbClr val="BFBFBF"/>
            </a:solidFill>
          </a:ln>
        </p:spPr>
        <p:txBody>
          <a:bodyPr lIns="45719" rIns="45719"/>
          <a:lstStyle/>
          <a:p>
            <a:pPr/>
          </a:p>
        </p:txBody>
      </p:sp>
      <p:sp>
        <p:nvSpPr>
          <p:cNvPr id="164" name="Freeform 90"/>
          <p:cNvSpPr/>
          <p:nvPr/>
        </p:nvSpPr>
        <p:spPr>
          <a:xfrm>
            <a:off x="12237973" y="10159357"/>
            <a:ext cx="2636005" cy="1"/>
          </a:xfrm>
          <a:prstGeom prst="line">
            <a:avLst/>
          </a:prstGeom>
          <a:ln w="3175">
            <a:solidFill>
              <a:srgbClr val="BFBFBF"/>
            </a:solidFill>
          </a:ln>
        </p:spPr>
        <p:txBody>
          <a:bodyPr lIns="45719" rIns="45719"/>
          <a:lstStyle/>
          <a:p>
            <a:pPr/>
          </a:p>
        </p:txBody>
      </p:sp>
      <p:sp>
        <p:nvSpPr>
          <p:cNvPr id="165" name="Straight Connector 2"/>
          <p:cNvSpPr/>
          <p:nvPr/>
        </p:nvSpPr>
        <p:spPr>
          <a:xfrm>
            <a:off x="12237973" y="6947426"/>
            <a:ext cx="2636004" cy="1"/>
          </a:xfrm>
          <a:prstGeom prst="line">
            <a:avLst/>
          </a:prstGeom>
          <a:ln>
            <a:solidFill>
              <a:srgbClr val="BFBFBF"/>
            </a:solidFill>
          </a:ln>
        </p:spPr>
        <p:txBody>
          <a:bodyPr lIns="45719" rIns="45719"/>
          <a:lstStyle/>
          <a:p>
            <a:pPr/>
          </a:p>
        </p:txBody>
      </p:sp>
      <p:sp>
        <p:nvSpPr>
          <p:cNvPr id="166" name="Straight Connector 71"/>
          <p:cNvSpPr/>
          <p:nvPr/>
        </p:nvSpPr>
        <p:spPr>
          <a:xfrm>
            <a:off x="12237973" y="6659394"/>
            <a:ext cx="2636004" cy="1"/>
          </a:xfrm>
          <a:prstGeom prst="line">
            <a:avLst/>
          </a:prstGeom>
          <a:ln>
            <a:solidFill>
              <a:srgbClr val="BFBFBF"/>
            </a:solidFill>
          </a:ln>
        </p:spPr>
        <p:txBody>
          <a:bodyPr lIns="45719" rIns="45719"/>
          <a:lstStyle/>
          <a:p>
            <a:pPr/>
          </a:p>
        </p:txBody>
      </p:sp>
      <p:sp>
        <p:nvSpPr>
          <p:cNvPr id="167" name="Freeform 90"/>
          <p:cNvSpPr/>
          <p:nvPr/>
        </p:nvSpPr>
        <p:spPr>
          <a:xfrm>
            <a:off x="12237973" y="10298666"/>
            <a:ext cx="2636005" cy="1"/>
          </a:xfrm>
          <a:prstGeom prst="line">
            <a:avLst/>
          </a:prstGeom>
          <a:ln w="3175">
            <a:solidFill>
              <a:srgbClr val="BFBFBF"/>
            </a:solidFill>
          </a:ln>
        </p:spPr>
        <p:txBody>
          <a:bodyPr lIns="45719" rIns="45719"/>
          <a:lstStyle/>
          <a:p>
            <a:pPr/>
          </a:p>
        </p:txBody>
      </p:sp>
      <p:sp>
        <p:nvSpPr>
          <p:cNvPr id="168" name="TextBox 98"/>
          <p:cNvSpPr txBox="1"/>
          <p:nvPr/>
        </p:nvSpPr>
        <p:spPr>
          <a:xfrm>
            <a:off x="13070458" y="9889172"/>
            <a:ext cx="176303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169" name="TextBox 74"/>
          <p:cNvSpPr txBox="1"/>
          <p:nvPr/>
        </p:nvSpPr>
        <p:spPr>
          <a:xfrm>
            <a:off x="12243182" y="9193194"/>
            <a:ext cx="126635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170" name="TextBox 91"/>
          <p:cNvSpPr txBox="1"/>
          <p:nvPr/>
        </p:nvSpPr>
        <p:spPr>
          <a:xfrm>
            <a:off x="13098736" y="9321328"/>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&lt;C&gt;</a:t>
            </a:r>
          </a:p>
        </p:txBody>
      </p:sp>
      <p:sp>
        <p:nvSpPr>
          <p:cNvPr id="171" name="TextBox 96"/>
          <p:cNvSpPr txBox="1"/>
          <p:nvPr/>
        </p:nvSpPr>
        <p:spPr>
          <a:xfrm>
            <a:off x="12228576" y="9321328"/>
            <a:ext cx="83358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&lt;D&gt;</a:t>
            </a:r>
          </a:p>
        </p:txBody>
      </p:sp>
      <p:sp>
        <p:nvSpPr>
          <p:cNvPr id="172" name="Freeform 21"/>
          <p:cNvSpPr/>
          <p:nvPr/>
        </p:nvSpPr>
        <p:spPr>
          <a:xfrm>
            <a:off x="13100005" y="9307141"/>
            <a:ext cx="1" cy="108001"/>
          </a:xfrm>
          <a:prstGeom prst="line">
            <a:avLst/>
          </a:prstGeom>
          <a:ln>
            <a:solidFill>
              <a:srgbClr val="BFBFBF"/>
            </a:solidFill>
          </a:ln>
        </p:spPr>
        <p:txBody>
          <a:bodyPr lIns="45719" rIns="45719"/>
          <a:lstStyle/>
          <a:p>
            <a:pPr/>
          </a:p>
        </p:txBody>
      </p:sp>
      <p:sp>
        <p:nvSpPr>
          <p:cNvPr id="173" name="Freeform 47"/>
          <p:cNvSpPr/>
          <p:nvPr/>
        </p:nvSpPr>
        <p:spPr>
          <a:xfrm>
            <a:off x="12226542" y="9184596"/>
            <a:ext cx="2646001" cy="1"/>
          </a:xfrm>
          <a:prstGeom prst="line">
            <a:avLst/>
          </a:prstGeom>
          <a:ln>
            <a:solidFill>
              <a:srgbClr val="BFBFBF"/>
            </a:solidFill>
          </a:ln>
        </p:spPr>
        <p:txBody>
          <a:bodyPr lIns="45719" rIns="45719"/>
          <a:lstStyle/>
          <a:p>
            <a:pPr/>
          </a:p>
        </p:txBody>
      </p:sp>
      <p:sp>
        <p:nvSpPr>
          <p:cNvPr id="174" name="TextBox 109"/>
          <p:cNvSpPr txBox="1"/>
          <p:nvPr/>
        </p:nvSpPr>
        <p:spPr>
          <a:xfrm>
            <a:off x="12253914" y="8867116"/>
            <a:ext cx="95997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175" name="TextBox 110"/>
          <p:cNvSpPr txBox="1"/>
          <p:nvPr/>
        </p:nvSpPr>
        <p:spPr>
          <a:xfrm>
            <a:off x="12235563" y="8993848"/>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176" name="TextBox 111"/>
          <p:cNvSpPr txBox="1"/>
          <p:nvPr/>
        </p:nvSpPr>
        <p:spPr>
          <a:xfrm>
            <a:off x="13056406" y="9758240"/>
            <a:ext cx="17770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177" name="TextBox 113"/>
          <p:cNvSpPr txBox="1"/>
          <p:nvPr/>
        </p:nvSpPr>
        <p:spPr>
          <a:xfrm>
            <a:off x="12247271" y="9758240"/>
            <a:ext cx="22438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178"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&lt;P01&gt;</a:t>
            </a:r>
          </a:p>
        </p:txBody>
      </p:sp>
      <p:sp>
        <p:nvSpPr>
          <p:cNvPr id="179" name="Straight Connector 115"/>
          <p:cNvSpPr/>
          <p:nvPr/>
        </p:nvSpPr>
        <p:spPr>
          <a:xfrm>
            <a:off x="12237973" y="8270047"/>
            <a:ext cx="2636004" cy="1"/>
          </a:xfrm>
          <a:prstGeom prst="line">
            <a:avLst/>
          </a:prstGeom>
          <a:ln>
            <a:solidFill>
              <a:srgbClr val="BFBFBF"/>
            </a:solidFill>
          </a:ln>
        </p:spPr>
        <p:txBody>
          <a:bodyPr lIns="45719" rIns="45719"/>
          <a:lstStyle/>
          <a:p>
            <a:pPr/>
          </a:p>
        </p:txBody>
      </p:sp>
      <p:sp>
        <p:nvSpPr>
          <p:cNvPr id="180" name="Freeform 67"/>
          <p:cNvSpPr/>
          <p:nvPr/>
        </p:nvSpPr>
        <p:spPr>
          <a:xfrm>
            <a:off x="13962832" y="9310517"/>
            <a:ext cx="1" cy="108129"/>
          </a:xfrm>
          <a:prstGeom prst="line">
            <a:avLst/>
          </a:prstGeom>
          <a:ln>
            <a:solidFill>
              <a:srgbClr val="BFBFBF"/>
            </a:solidFill>
          </a:ln>
        </p:spPr>
        <p:txBody>
          <a:bodyPr lIns="45719" rIns="45719"/>
          <a:lstStyle/>
          <a:p>
            <a:pPr/>
          </a:p>
        </p:txBody>
      </p:sp>
      <p:sp>
        <p:nvSpPr>
          <p:cNvPr id="181" name="TextBox 117"/>
          <p:cNvSpPr txBox="1"/>
          <p:nvPr/>
        </p:nvSpPr>
        <p:spPr>
          <a:xfrm>
            <a:off x="13549307" y="7032755"/>
            <a:ext cx="1284186"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182" name="Rectangle 118"/>
          <p:cNvSpPr txBox="1"/>
          <p:nvPr/>
        </p:nvSpPr>
        <p:spPr>
          <a:xfrm>
            <a:off x="12292583" y="374374"/>
            <a:ext cx="252415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000">
                <a:latin typeface="Verdana (Body)"/>
                <a:ea typeface="Verdana (Body)"/>
                <a:cs typeface="Verdana (Body)"/>
                <a:sym typeface="Verdana (Body)"/>
              </a:defRPr>
            </a:lvl1pPr>
          </a:lstStyle>
          <a:p>
            <a:pPr/>
            <a:r>
              <a:t>COMMERCIAL MOBILE SERVICES</a:t>
            </a:r>
          </a:p>
        </p:txBody>
      </p:sp>
      <p:sp>
        <p:nvSpPr>
          <p:cNvPr id="183" name="Rectangle 3"/>
          <p:cNvSpPr/>
          <p:nvPr/>
        </p:nvSpPr>
        <p:spPr>
          <a:xfrm>
            <a:off x="0" y="1"/>
            <a:ext cx="15122525" cy="236990"/>
          </a:xfrm>
          <a:prstGeom prst="rect">
            <a:avLst/>
          </a:prstGeom>
          <a:solidFill>
            <a:srgbClr val="D91D49"/>
          </a:solidFill>
          <a:ln w="25400">
            <a:solidFill>
              <a:srgbClr val="D91D49"/>
            </a:solidFill>
          </a:ln>
        </p:spPr>
        <p:txBody>
          <a:bodyPr lIns="45719" rIns="45719" anchor="ctr"/>
          <a:lstStyle/>
          <a:p>
            <a:pPr algn="ctr">
              <a:defRPr sz="2400">
                <a:solidFill>
                  <a:srgbClr val="FFFFFF"/>
                </a:solidFill>
              </a:defRPr>
            </a:pPr>
          </a:p>
        </p:txBody>
      </p:sp>
      <p:sp>
        <p:nvSpPr>
          <p:cNvPr id="184" name="Freeform 47"/>
          <p:cNvSpPr/>
          <p:nvPr/>
        </p:nvSpPr>
        <p:spPr>
          <a:xfrm flipV="1">
            <a:off x="13531176" y="9183038"/>
            <a:ext cx="1" cy="124737"/>
          </a:xfrm>
          <a:prstGeom prst="line">
            <a:avLst/>
          </a:prstGeom>
          <a:ln>
            <a:solidFill>
              <a:srgbClr val="BFBFBF"/>
            </a:solidFill>
          </a:ln>
        </p:spPr>
        <p:txBody>
          <a:bodyPr lIns="45719" rIns="45719"/>
          <a:lstStyle/>
          <a:p>
            <a:pPr/>
          </a:p>
        </p:txBody>
      </p:sp>
      <p:sp>
        <p:nvSpPr>
          <p:cNvPr id="185" name="TextBox 52"/>
          <p:cNvSpPr txBox="1"/>
          <p:nvPr/>
        </p:nvSpPr>
        <p:spPr>
          <a:xfrm>
            <a:off x="12253914" y="7853044"/>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186" name="Straight Connector 53"/>
          <p:cNvSpPr/>
          <p:nvPr/>
        </p:nvSpPr>
        <p:spPr>
          <a:xfrm>
            <a:off x="12237973" y="7838000"/>
            <a:ext cx="2636004" cy="1"/>
          </a:xfrm>
          <a:prstGeom prst="line">
            <a:avLst/>
          </a:prstGeom>
          <a:ln>
            <a:solidFill>
              <a:srgbClr val="BFBFBF"/>
            </a:solidFill>
          </a:ln>
        </p:spPr>
        <p:txBody>
          <a:bodyPr lIns="45719" rIns="45719"/>
          <a:lstStyle/>
          <a:p>
            <a:pPr/>
          </a:p>
        </p:txBody>
      </p:sp>
      <p:sp>
        <p:nvSpPr>
          <p:cNvPr id="187" name="TextBox 5"/>
          <p:cNvSpPr txBox="1"/>
          <p:nvPr/>
        </p:nvSpPr>
        <p:spPr>
          <a:xfrm>
            <a:off x="63499" y="10507980"/>
            <a:ext cx="77311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defRPr>
            </a:lvl1pPr>
          </a:lstStyle>
          <a:p>
            <a:pPr/>
            <a:r>
              <a:t>[SEC=PROTECTED]</a:t>
            </a:r>
          </a:p>
        </p:txBody>
      </p:sp>
      <p:sp>
        <p:nvSpPr>
          <p:cNvPr id="188" name="Freeform: Shape 6"/>
          <p:cNvSpPr/>
          <p:nvPr/>
        </p:nvSpPr>
        <p:spPr>
          <a:xfrm>
            <a:off x="12537433" y="7031193"/>
            <a:ext cx="705486" cy="6648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9" rIns="45719"/>
          <a:lstStyle/>
          <a:p>
            <a:pPr/>
          </a:p>
        </p:txBody>
      </p:sp>
      <p:sp>
        <p:nvSpPr>
          <p:cNvPr id="189" name="TextBox 4"/>
          <p:cNvSpPr txBox="1"/>
          <p:nvPr/>
        </p:nvSpPr>
        <p:spPr>
          <a:xfrm>
            <a:off x="12233458" y="8514819"/>
            <a:ext cx="260096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&lt;&lt;ADDRESS&gt;&gt;</a:t>
            </a:r>
          </a:p>
        </p:txBody>
      </p:sp>
      <p:sp>
        <p:nvSpPr>
          <p:cNvPr id="190" name="TextBox 8"/>
          <p:cNvSpPr txBox="1"/>
          <p:nvPr/>
        </p:nvSpPr>
        <p:spPr>
          <a:xfrm>
            <a:off x="12239091" y="7990072"/>
            <a:ext cx="260096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&lt;&lt;STATION_NAME&gt;&gt;</a:t>
            </a:r>
          </a:p>
        </p:txBody>
      </p:sp>
      <p:sp>
        <p:nvSpPr>
          <p:cNvPr id="191" name="TextBox 9"/>
          <p:cNvSpPr txBox="1"/>
          <p:nvPr/>
        </p:nvSpPr>
        <p:spPr>
          <a:xfrm>
            <a:off x="13056406" y="9904169"/>
            <a:ext cx="17770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192" name="TextBox 12"/>
          <p:cNvSpPr txBox="1"/>
          <p:nvPr/>
        </p:nvSpPr>
        <p:spPr>
          <a:xfrm>
            <a:off x="12247271" y="9904169"/>
            <a:ext cx="22438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193"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&lt;P02&gt;</a:t>
            </a:r>
          </a:p>
        </p:txBody>
      </p:sp>
      <p:sp>
        <p:nvSpPr>
          <p:cNvPr id="194" name="Freeform 62"/>
          <p:cNvSpPr/>
          <p:nvPr/>
        </p:nvSpPr>
        <p:spPr>
          <a:xfrm>
            <a:off x="12230100" y="702183"/>
            <a:ext cx="2646000" cy="1"/>
          </a:xfrm>
          <a:prstGeom prst="line">
            <a:avLst/>
          </a:prstGeom>
          <a:ln>
            <a:solidFill>
              <a:srgbClr val="000000"/>
            </a:solidFill>
          </a:ln>
        </p:spPr>
        <p:txBody>
          <a:bodyPr lIns="45719" rIns="45719"/>
          <a:lstStyle/>
          <a:p>
            <a:pPr/>
          </a:p>
        </p:txBody>
      </p:sp>
      <p:sp>
        <p:nvSpPr>
          <p:cNvPr id="195" name="TextBox 3"/>
          <p:cNvSpPr txBox="1"/>
          <p:nvPr/>
        </p:nvSpPr>
        <p:spPr>
          <a:xfrm>
            <a:off x="12339755" y="6688782"/>
            <a:ext cx="252270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sp>
        <p:nvSpPr>
          <p:cNvPr id="196" name="Freeform 62"/>
          <p:cNvSpPr/>
          <p:nvPr/>
        </p:nvSpPr>
        <p:spPr>
          <a:xfrm>
            <a:off x="12230100" y="702183"/>
            <a:ext cx="2646000" cy="1"/>
          </a:xfrm>
          <a:prstGeom prst="line">
            <a:avLst/>
          </a:prstGeom>
          <a:ln>
            <a:solidFill>
              <a:srgbClr val="000000"/>
            </a:solidFill>
          </a:ln>
        </p:spPr>
        <p:txBody>
          <a:bodyPr lIns="45719" rIns="45719"/>
          <a:lstStyle/>
          <a:p>
            <a:pPr/>
          </a:p>
        </p:txBody>
      </p:sp>
      <p:sp>
        <p:nvSpPr>
          <p:cNvPr id="197" name="Rectangle 10"/>
          <p:cNvSpPr txBox="1"/>
          <p:nvPr/>
        </p:nvSpPr>
        <p:spPr>
          <a:xfrm>
            <a:off x="12277791" y="832005"/>
            <a:ext cx="535693" cy="2024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08080"/>
                </a:solidFill>
                <a:latin typeface="Arial"/>
                <a:ea typeface="Arial"/>
                <a:cs typeface="Arial"/>
                <a:sym typeface="Arial"/>
              </a:defRPr>
            </a:lvl1pPr>
          </a:lstStyle>
          <a:p>
            <a:pPr/>
            <a:r>
              <a:t>LEGEND</a:t>
            </a:r>
          </a:p>
        </p:txBody>
      </p:sp>
      <p:grpSp>
        <p:nvGrpSpPr>
          <p:cNvPr id="217" name="Group 22"/>
          <p:cNvGrpSpPr/>
          <p:nvPr/>
        </p:nvGrpSpPr>
        <p:grpSpPr>
          <a:xfrm>
            <a:off x="12237973" y="1163441"/>
            <a:ext cx="2636004" cy="3987750"/>
            <a:chOff x="0" y="0"/>
            <a:chExt cx="2636003" cy="3987748"/>
          </a:xfrm>
        </p:grpSpPr>
        <p:pic>
          <p:nvPicPr>
            <p:cNvPr id="198" name="Picture 28" descr="Picture 28"/>
            <p:cNvPicPr>
              <a:picLocks noChangeAspect="1"/>
            </p:cNvPicPr>
            <p:nvPr/>
          </p:nvPicPr>
          <p:blipFill>
            <a:blip r:embed="rId2">
              <a:extLst/>
            </a:blip>
            <a:stretch>
              <a:fillRect/>
            </a:stretch>
          </p:blipFill>
          <p:spPr>
            <a:xfrm>
              <a:off x="134277" y="2585710"/>
              <a:ext cx="451092" cy="386650"/>
            </a:xfrm>
            <a:prstGeom prst="rect">
              <a:avLst/>
            </a:prstGeom>
            <a:ln w="12700" cap="flat">
              <a:noFill/>
              <a:miter lim="400000"/>
            </a:ln>
            <a:effectLst/>
          </p:spPr>
        </p:pic>
        <p:sp>
          <p:nvSpPr>
            <p:cNvPr id="199" name="Straight Connector 30"/>
            <p:cNvSpPr/>
            <p:nvPr/>
          </p:nvSpPr>
          <p:spPr>
            <a:xfrm>
              <a:off x="141995" y="165170"/>
              <a:ext cx="435657" cy="1"/>
            </a:xfrm>
            <a:prstGeom prst="line">
              <a:avLst/>
            </a:prstGeom>
            <a:noFill/>
            <a:ln w="57150" cap="flat">
              <a:solidFill>
                <a:srgbClr val="0000FF"/>
              </a:solidFill>
              <a:prstDash val="solid"/>
              <a:round/>
            </a:ln>
            <a:effectLst/>
          </p:spPr>
          <p:txBody>
            <a:bodyPr wrap="square" lIns="45719" tIns="45719" rIns="45719" bIns="45719" numCol="1" anchor="t">
              <a:noAutofit/>
            </a:bodyPr>
            <a:lstStyle/>
            <a:p>
              <a:pPr/>
            </a:p>
          </p:txBody>
        </p:sp>
        <p:sp>
          <p:nvSpPr>
            <p:cNvPr id="200" name="Straight Connector 31"/>
            <p:cNvSpPr/>
            <p:nvPr/>
          </p:nvSpPr>
          <p:spPr>
            <a:xfrm>
              <a:off x="141995" y="871196"/>
              <a:ext cx="435657" cy="1"/>
            </a:xfrm>
            <a:prstGeom prst="line">
              <a:avLst/>
            </a:prstGeom>
            <a:noFill/>
            <a:ln w="28575" cap="flat">
              <a:solidFill>
                <a:srgbClr val="FFFF00"/>
              </a:solidFill>
              <a:prstDash val="solid"/>
              <a:round/>
            </a:ln>
            <a:effectLst/>
          </p:spPr>
          <p:txBody>
            <a:bodyPr wrap="square" lIns="45719" tIns="45719" rIns="45719" bIns="45719" numCol="1" anchor="t">
              <a:noAutofit/>
            </a:bodyPr>
            <a:lstStyle/>
            <a:p>
              <a:pPr/>
            </a:p>
          </p:txBody>
        </p:sp>
        <p:sp>
          <p:nvSpPr>
            <p:cNvPr id="201" name="TextBox 32"/>
            <p:cNvSpPr txBox="1"/>
            <p:nvPr/>
          </p:nvSpPr>
          <p:spPr>
            <a:xfrm>
              <a:off x="1213757" y="1623678"/>
              <a:ext cx="747525"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SOLiD LRN</a:t>
              </a:r>
            </a:p>
          </p:txBody>
        </p:sp>
        <p:sp>
          <p:nvSpPr>
            <p:cNvPr id="202" name="TextBox 33"/>
            <p:cNvSpPr txBox="1"/>
            <p:nvPr/>
          </p:nvSpPr>
          <p:spPr>
            <a:xfrm>
              <a:off x="1213757" y="1154851"/>
              <a:ext cx="776323"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SOLiD HCU</a:t>
              </a:r>
            </a:p>
          </p:txBody>
        </p:sp>
        <p:sp>
          <p:nvSpPr>
            <p:cNvPr id="203" name="TextBox 34"/>
            <p:cNvSpPr txBox="1"/>
            <p:nvPr/>
          </p:nvSpPr>
          <p:spPr>
            <a:xfrm>
              <a:off x="1213757" y="747654"/>
              <a:ext cx="795745" cy="2483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Fibre Cable</a:t>
              </a:r>
            </a:p>
          </p:txBody>
        </p:sp>
        <p:sp>
          <p:nvSpPr>
            <p:cNvPr id="204" name="TextBox 35"/>
            <p:cNvSpPr txBox="1"/>
            <p:nvPr/>
          </p:nvSpPr>
          <p:spPr>
            <a:xfrm>
              <a:off x="1213757" y="-1"/>
              <a:ext cx="865768" cy="2483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CAT6a Cable</a:t>
              </a:r>
            </a:p>
          </p:txBody>
        </p:sp>
        <p:pic>
          <p:nvPicPr>
            <p:cNvPr id="205" name="Picture 36" descr="Picture 36"/>
            <p:cNvPicPr>
              <a:picLocks noChangeAspect="1"/>
            </p:cNvPicPr>
            <p:nvPr/>
          </p:nvPicPr>
          <p:blipFill>
            <a:blip r:embed="rId3">
              <a:extLst/>
            </a:blip>
            <a:stretch>
              <a:fillRect/>
            </a:stretch>
          </p:blipFill>
          <p:spPr>
            <a:xfrm>
              <a:off x="145603" y="1548205"/>
              <a:ext cx="432050" cy="440347"/>
            </a:xfrm>
            <a:prstGeom prst="rect">
              <a:avLst/>
            </a:prstGeom>
            <a:ln w="12700" cap="flat">
              <a:noFill/>
              <a:miter lim="400000"/>
            </a:ln>
            <a:effectLst/>
          </p:spPr>
        </p:pic>
        <p:pic>
          <p:nvPicPr>
            <p:cNvPr id="206" name="Picture 37" descr="Picture 37"/>
            <p:cNvPicPr>
              <a:picLocks noChangeAspect="1"/>
            </p:cNvPicPr>
            <p:nvPr/>
          </p:nvPicPr>
          <p:blipFill>
            <a:blip r:embed="rId4">
              <a:extLst/>
            </a:blip>
            <a:stretch>
              <a:fillRect/>
            </a:stretch>
          </p:blipFill>
          <p:spPr>
            <a:xfrm>
              <a:off x="127769" y="1030034"/>
              <a:ext cx="438212" cy="441244"/>
            </a:xfrm>
            <a:prstGeom prst="rect">
              <a:avLst/>
            </a:prstGeom>
            <a:ln w="12700" cap="flat">
              <a:noFill/>
              <a:miter lim="400000"/>
            </a:ln>
            <a:effectLst/>
          </p:spPr>
        </p:pic>
        <p:pic>
          <p:nvPicPr>
            <p:cNvPr id="207" name="Picture 38" descr="Picture 38"/>
            <p:cNvPicPr>
              <a:picLocks noChangeAspect="1"/>
            </p:cNvPicPr>
            <p:nvPr/>
          </p:nvPicPr>
          <p:blipFill>
            <a:blip r:embed="rId5">
              <a:extLst/>
            </a:blip>
            <a:stretch>
              <a:fillRect/>
            </a:stretch>
          </p:blipFill>
          <p:spPr>
            <a:xfrm>
              <a:off x="162724" y="2048661"/>
              <a:ext cx="432049" cy="432049"/>
            </a:xfrm>
            <a:prstGeom prst="rect">
              <a:avLst/>
            </a:prstGeom>
            <a:ln w="12700" cap="flat">
              <a:noFill/>
              <a:miter lim="400000"/>
            </a:ln>
            <a:effectLst/>
          </p:spPr>
        </p:pic>
        <p:sp>
          <p:nvSpPr>
            <p:cNvPr id="208" name="TextBox 39"/>
            <p:cNvSpPr txBox="1"/>
            <p:nvPr/>
          </p:nvSpPr>
          <p:spPr>
            <a:xfrm>
              <a:off x="1213757" y="2140736"/>
              <a:ext cx="629355" cy="2483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Antenna</a:t>
              </a:r>
            </a:p>
          </p:txBody>
        </p:sp>
        <p:sp>
          <p:nvSpPr>
            <p:cNvPr id="209" name="TextBox 40"/>
            <p:cNvSpPr txBox="1"/>
            <p:nvPr/>
          </p:nvSpPr>
          <p:spPr>
            <a:xfrm>
              <a:off x="1213757" y="2655085"/>
              <a:ext cx="1096006" cy="2483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Splitter/Coupler</a:t>
              </a:r>
            </a:p>
          </p:txBody>
        </p:sp>
        <p:sp>
          <p:nvSpPr>
            <p:cNvPr id="210" name="Straight Connector 41"/>
            <p:cNvSpPr/>
            <p:nvPr/>
          </p:nvSpPr>
          <p:spPr>
            <a:xfrm>
              <a:off x="141922" y="524656"/>
              <a:ext cx="435657" cy="1"/>
            </a:xfrm>
            <a:prstGeom prst="line">
              <a:avLst/>
            </a:prstGeom>
            <a:noFill/>
            <a:ln w="57150" cap="flat">
              <a:solidFill>
                <a:srgbClr val="7030A0"/>
              </a:solidFill>
              <a:prstDash val="solid"/>
              <a:round/>
            </a:ln>
            <a:effectLst/>
          </p:spPr>
          <p:txBody>
            <a:bodyPr wrap="square" lIns="45719" tIns="45719" rIns="45719" bIns="45719" numCol="1" anchor="t">
              <a:noAutofit/>
            </a:bodyPr>
            <a:lstStyle/>
            <a:p>
              <a:pPr/>
            </a:p>
          </p:txBody>
        </p:sp>
        <p:sp>
          <p:nvSpPr>
            <p:cNvPr id="211" name="TextBox 42"/>
            <p:cNvSpPr txBox="1"/>
            <p:nvPr/>
          </p:nvSpPr>
          <p:spPr>
            <a:xfrm>
              <a:off x="1217296" y="359486"/>
              <a:ext cx="1237467"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1/2” Coaxial Cable</a:t>
              </a:r>
            </a:p>
          </p:txBody>
        </p:sp>
        <p:sp>
          <p:nvSpPr>
            <p:cNvPr id="212" name="Straight Connector 43"/>
            <p:cNvSpPr/>
            <p:nvPr/>
          </p:nvSpPr>
          <p:spPr>
            <a:xfrm>
              <a:off x="-1" y="3987748"/>
              <a:ext cx="2636005" cy="1"/>
            </a:xfrm>
            <a:prstGeom prst="line">
              <a:avLst/>
            </a:prstGeom>
            <a:noFill/>
            <a:ln w="9525" cap="flat">
              <a:solidFill>
                <a:srgbClr val="BFBFBF"/>
              </a:solidFill>
              <a:prstDash val="solid"/>
              <a:round/>
            </a:ln>
            <a:effectLst/>
          </p:spPr>
          <p:txBody>
            <a:bodyPr wrap="square" lIns="45719" tIns="45719" rIns="45719" bIns="45719" numCol="1" anchor="t">
              <a:noAutofit/>
            </a:bodyPr>
            <a:lstStyle/>
            <a:p>
              <a:pPr/>
            </a:p>
          </p:txBody>
        </p:sp>
        <p:pic>
          <p:nvPicPr>
            <p:cNvPr id="213" name="Picture 44" descr="Picture 44"/>
            <p:cNvPicPr>
              <a:picLocks noChangeAspect="1"/>
            </p:cNvPicPr>
            <p:nvPr/>
          </p:nvPicPr>
          <p:blipFill>
            <a:blip r:embed="rId6">
              <a:extLst/>
            </a:blip>
            <a:stretch>
              <a:fillRect/>
            </a:stretch>
          </p:blipFill>
          <p:spPr>
            <a:xfrm>
              <a:off x="187837" y="3681622"/>
              <a:ext cx="360001" cy="172501"/>
            </a:xfrm>
            <a:prstGeom prst="rect">
              <a:avLst/>
            </a:prstGeom>
            <a:ln w="12700" cap="flat">
              <a:noFill/>
              <a:miter lim="400000"/>
            </a:ln>
            <a:effectLst/>
          </p:spPr>
        </p:pic>
        <p:sp>
          <p:nvSpPr>
            <p:cNvPr id="214" name="TextBox 45"/>
            <p:cNvSpPr txBox="1"/>
            <p:nvPr/>
          </p:nvSpPr>
          <p:spPr>
            <a:xfrm>
              <a:off x="1213757" y="3638741"/>
              <a:ext cx="298584"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Via</a:t>
              </a:r>
            </a:p>
          </p:txBody>
        </p:sp>
        <p:pic>
          <p:nvPicPr>
            <p:cNvPr id="215" name="Picture 46" descr="Picture 46"/>
            <p:cNvPicPr>
              <a:picLocks noChangeAspect="1"/>
            </p:cNvPicPr>
            <p:nvPr/>
          </p:nvPicPr>
          <p:blipFill>
            <a:blip r:embed="rId7">
              <a:extLst/>
            </a:blip>
            <a:stretch>
              <a:fillRect/>
            </a:stretch>
          </p:blipFill>
          <p:spPr>
            <a:xfrm>
              <a:off x="150971" y="3149743"/>
              <a:ext cx="414904" cy="384790"/>
            </a:xfrm>
            <a:prstGeom prst="rect">
              <a:avLst/>
            </a:prstGeom>
            <a:ln w="12700" cap="flat">
              <a:noFill/>
              <a:miter lim="400000"/>
            </a:ln>
            <a:effectLst/>
          </p:spPr>
        </p:pic>
        <p:sp>
          <p:nvSpPr>
            <p:cNvPr id="216" name="TextBox 47"/>
            <p:cNvSpPr txBox="1"/>
            <p:nvPr/>
          </p:nvSpPr>
          <p:spPr>
            <a:xfrm>
              <a:off x="1204995" y="3182916"/>
              <a:ext cx="410429" cy="2483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Riser</a:t>
              </a:r>
            </a:p>
          </p:txBody>
        </p:sp>
      </p:grpSp>
      <p:sp>
        <p:nvSpPr>
          <p:cNvPr id="218" name="&lt;NUM&gt;"/>
          <p:cNvSpPr txBox="1"/>
          <p:nvPr/>
        </p:nvSpPr>
        <p:spPr>
          <a:xfrm>
            <a:off x="14295212" y="9157295"/>
            <a:ext cx="343271" cy="17622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600"/>
            </a:lvl1pPr>
          </a:lstStyle>
          <a:p>
            <a:pPr/>
            <a:r>
              <a:t>&lt;NUM&gt;</a:t>
            </a:r>
          </a:p>
        </p:txBody>
      </p:sp>
      <p:sp>
        <p:nvSpPr>
          <p:cNvPr id="219" name="Slide Number"/>
          <p:cNvSpPr txBox="1"/>
          <p:nvPr>
            <p:ph type="sldNum" sz="quarter" idx="2"/>
          </p:nvPr>
        </p:nvSpPr>
        <p:spPr>
          <a:xfrm>
            <a:off x="14425796" y="9180141"/>
            <a:ext cx="354940" cy="127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2_GA">
    <p:spTree>
      <p:nvGrpSpPr>
        <p:cNvPr id="1" name=""/>
        <p:cNvGrpSpPr/>
        <p:nvPr/>
      </p:nvGrpSpPr>
      <p:grpSpPr>
        <a:xfrm>
          <a:off x="0" y="0"/>
          <a:ext cx="0" cy="0"/>
          <a:chOff x="0" y="0"/>
          <a:chExt cx="0" cy="0"/>
        </a:xfrm>
      </p:grpSpPr>
      <p:sp>
        <p:nvSpPr>
          <p:cNvPr id="226" name="TextBox 66"/>
          <p:cNvSpPr txBox="1"/>
          <p:nvPr/>
        </p:nvSpPr>
        <p:spPr>
          <a:xfrm>
            <a:off x="13525788" y="9201184"/>
            <a:ext cx="13006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227" name="TextBox 85"/>
          <p:cNvSpPr txBox="1"/>
          <p:nvPr/>
        </p:nvSpPr>
        <p:spPr>
          <a:xfrm>
            <a:off x="13969973" y="9321328"/>
            <a:ext cx="85647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&lt;A&gt;</a:t>
            </a:r>
          </a:p>
        </p:txBody>
      </p:sp>
      <p:sp>
        <p:nvSpPr>
          <p:cNvPr id="228" name="Rectangle 7"/>
          <p:cNvSpPr/>
          <p:nvPr/>
        </p:nvSpPr>
        <p:spPr>
          <a:xfrm>
            <a:off x="227013" y="261258"/>
            <a:ext cx="14643063" cy="10175448"/>
          </a:xfrm>
          <a:prstGeom prst="rect">
            <a:avLst/>
          </a:prstGeom>
          <a:ln>
            <a:solidFill>
              <a:srgbClr val="BFBFBF"/>
            </a:solidFill>
          </a:ln>
        </p:spPr>
        <p:txBody>
          <a:bodyPr lIns="45719" rIns="45719" anchor="ctr"/>
          <a:lstStyle/>
          <a:p>
            <a:pPr algn="ctr">
              <a:defRPr sz="2400">
                <a:solidFill>
                  <a:srgbClr val="FFFFFF"/>
                </a:solidFill>
              </a:defRPr>
            </a:pPr>
          </a:p>
        </p:txBody>
      </p:sp>
      <p:sp>
        <p:nvSpPr>
          <p:cNvPr id="229" name="Freeform 10"/>
          <p:cNvSpPr/>
          <p:nvPr/>
        </p:nvSpPr>
        <p:spPr>
          <a:xfrm flipH="1">
            <a:off x="12234861" y="209551"/>
            <a:ext cx="1" cy="10224001"/>
          </a:xfrm>
          <a:prstGeom prst="line">
            <a:avLst/>
          </a:prstGeom>
          <a:ln>
            <a:solidFill>
              <a:srgbClr val="BFBFBF"/>
            </a:solidFill>
          </a:ln>
        </p:spPr>
        <p:txBody>
          <a:bodyPr lIns="45719" rIns="45719"/>
          <a:lstStyle/>
          <a:p>
            <a:pPr/>
          </a:p>
        </p:txBody>
      </p:sp>
      <p:sp>
        <p:nvSpPr>
          <p:cNvPr id="230" name="Freeform 11"/>
          <p:cNvSpPr/>
          <p:nvPr/>
        </p:nvSpPr>
        <p:spPr>
          <a:xfrm>
            <a:off x="12230100" y="702183"/>
            <a:ext cx="2646000" cy="1"/>
          </a:xfrm>
          <a:prstGeom prst="line">
            <a:avLst/>
          </a:prstGeom>
          <a:ln>
            <a:solidFill>
              <a:srgbClr val="BFBFBF"/>
            </a:solidFill>
          </a:ln>
        </p:spPr>
        <p:txBody>
          <a:bodyPr lIns="45719" rIns="45719"/>
          <a:lstStyle/>
          <a:p>
            <a:pPr/>
          </a:p>
        </p:txBody>
      </p:sp>
      <p:sp>
        <p:nvSpPr>
          <p:cNvPr id="231"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232" name="Freeform 45"/>
          <p:cNvSpPr/>
          <p:nvPr/>
        </p:nvSpPr>
        <p:spPr>
          <a:xfrm>
            <a:off x="12230100" y="8848334"/>
            <a:ext cx="2646000" cy="1"/>
          </a:xfrm>
          <a:prstGeom prst="line">
            <a:avLst/>
          </a:prstGeom>
          <a:ln>
            <a:solidFill>
              <a:srgbClr val="BFBFBF"/>
            </a:solidFill>
          </a:ln>
        </p:spPr>
        <p:txBody>
          <a:bodyPr lIns="45719" rIns="45719"/>
          <a:lstStyle/>
          <a:p>
            <a:pPr/>
          </a:p>
        </p:txBody>
      </p:sp>
      <p:sp>
        <p:nvSpPr>
          <p:cNvPr id="233" name="Freeform 47"/>
          <p:cNvSpPr/>
          <p:nvPr/>
        </p:nvSpPr>
        <p:spPr>
          <a:xfrm>
            <a:off x="12237973" y="9307141"/>
            <a:ext cx="2631522" cy="1"/>
          </a:xfrm>
          <a:prstGeom prst="line">
            <a:avLst/>
          </a:prstGeom>
          <a:ln>
            <a:solidFill>
              <a:srgbClr val="BFBFBF"/>
            </a:solidFill>
          </a:ln>
        </p:spPr>
        <p:txBody>
          <a:bodyPr lIns="45719" rIns="45719"/>
          <a:lstStyle/>
          <a:p>
            <a:pPr/>
          </a:p>
        </p:txBody>
      </p:sp>
      <p:sp>
        <p:nvSpPr>
          <p:cNvPr id="234" name="Freeform 48"/>
          <p:cNvSpPr/>
          <p:nvPr/>
        </p:nvSpPr>
        <p:spPr>
          <a:xfrm>
            <a:off x="12229154" y="9417119"/>
            <a:ext cx="2646001" cy="1"/>
          </a:xfrm>
          <a:prstGeom prst="line">
            <a:avLst/>
          </a:prstGeom>
          <a:ln>
            <a:solidFill>
              <a:srgbClr val="BFBFBF"/>
            </a:solidFill>
          </a:ln>
        </p:spPr>
        <p:txBody>
          <a:bodyPr lIns="45719" rIns="45719"/>
          <a:lstStyle/>
          <a:p>
            <a:pPr/>
          </a:p>
        </p:txBody>
      </p:sp>
      <p:sp>
        <p:nvSpPr>
          <p:cNvPr id="235" name="Freeform 67"/>
          <p:cNvSpPr/>
          <p:nvPr/>
        </p:nvSpPr>
        <p:spPr>
          <a:xfrm>
            <a:off x="13545546" y="6950908"/>
            <a:ext cx="1" cy="890402"/>
          </a:xfrm>
          <a:prstGeom prst="line">
            <a:avLst/>
          </a:prstGeom>
          <a:ln>
            <a:solidFill>
              <a:srgbClr val="BFBFBF"/>
            </a:solidFill>
          </a:ln>
        </p:spPr>
        <p:txBody>
          <a:bodyPr lIns="45719" rIns="45719"/>
          <a:lstStyle/>
          <a:p>
            <a:pPr/>
          </a:p>
        </p:txBody>
      </p:sp>
      <p:sp>
        <p:nvSpPr>
          <p:cNvPr id="236" name="TextBox 75"/>
          <p:cNvSpPr txBox="1"/>
          <p:nvPr/>
        </p:nvSpPr>
        <p:spPr>
          <a:xfrm>
            <a:off x="12234160" y="9470638"/>
            <a:ext cx="259229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237" name="Freeform 76"/>
          <p:cNvSpPr/>
          <p:nvPr/>
        </p:nvSpPr>
        <p:spPr>
          <a:xfrm>
            <a:off x="12233492" y="9612058"/>
            <a:ext cx="2636004" cy="1"/>
          </a:xfrm>
          <a:prstGeom prst="line">
            <a:avLst/>
          </a:prstGeom>
          <a:ln w="3175">
            <a:solidFill>
              <a:srgbClr val="BFBFBF"/>
            </a:solidFill>
          </a:ln>
        </p:spPr>
        <p:txBody>
          <a:bodyPr lIns="45719" rIns="45719"/>
          <a:lstStyle/>
          <a:p>
            <a:pPr/>
          </a:p>
        </p:txBody>
      </p:sp>
      <p:sp>
        <p:nvSpPr>
          <p:cNvPr id="238" name="TextBox 77"/>
          <p:cNvSpPr txBox="1"/>
          <p:nvPr/>
        </p:nvSpPr>
        <p:spPr>
          <a:xfrm>
            <a:off x="12507654" y="9632306"/>
            <a:ext cx="5102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239" name="Freeform 79"/>
          <p:cNvSpPr/>
          <p:nvPr/>
        </p:nvSpPr>
        <p:spPr>
          <a:xfrm>
            <a:off x="12513692" y="9612117"/>
            <a:ext cx="1" cy="821435"/>
          </a:xfrm>
          <a:prstGeom prst="line">
            <a:avLst/>
          </a:prstGeom>
          <a:ln w="3175">
            <a:solidFill>
              <a:srgbClr val="BFBFBF"/>
            </a:solidFill>
          </a:ln>
        </p:spPr>
        <p:txBody>
          <a:bodyPr lIns="45719" rIns="45719"/>
          <a:lstStyle/>
          <a:p>
            <a:pPr/>
          </a:p>
        </p:txBody>
      </p:sp>
      <p:sp>
        <p:nvSpPr>
          <p:cNvPr id="240"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241" name="Freeform 82"/>
          <p:cNvSpPr/>
          <p:nvPr/>
        </p:nvSpPr>
        <p:spPr>
          <a:xfrm>
            <a:off x="12236068" y="9736835"/>
            <a:ext cx="2636004" cy="1"/>
          </a:xfrm>
          <a:prstGeom prst="line">
            <a:avLst/>
          </a:prstGeom>
          <a:ln w="3175">
            <a:solidFill>
              <a:srgbClr val="BFBFBF"/>
            </a:solidFill>
          </a:ln>
        </p:spPr>
        <p:txBody>
          <a:bodyPr lIns="45719" rIns="45719"/>
          <a:lstStyle/>
          <a:p>
            <a:pPr/>
          </a:p>
        </p:txBody>
      </p:sp>
      <p:sp>
        <p:nvSpPr>
          <p:cNvPr id="242" name="Freeform 83"/>
          <p:cNvSpPr/>
          <p:nvPr/>
        </p:nvSpPr>
        <p:spPr>
          <a:xfrm>
            <a:off x="13052420" y="9614214"/>
            <a:ext cx="1" cy="824698"/>
          </a:xfrm>
          <a:prstGeom prst="line">
            <a:avLst/>
          </a:prstGeom>
          <a:ln w="3175">
            <a:solidFill>
              <a:srgbClr val="BFBFBF"/>
            </a:solidFill>
          </a:ln>
        </p:spPr>
        <p:txBody>
          <a:bodyPr lIns="45719" rIns="45719"/>
          <a:lstStyle/>
          <a:p>
            <a:pPr/>
          </a:p>
        </p:txBody>
      </p:sp>
      <p:sp>
        <p:nvSpPr>
          <p:cNvPr id="243" name="TextBox 84"/>
          <p:cNvSpPr txBox="1"/>
          <p:nvPr/>
        </p:nvSpPr>
        <p:spPr>
          <a:xfrm>
            <a:off x="13058443" y="9631361"/>
            <a:ext cx="178161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244" name="Freeform 86"/>
          <p:cNvSpPr/>
          <p:nvPr/>
        </p:nvSpPr>
        <p:spPr>
          <a:xfrm>
            <a:off x="12237973" y="9877804"/>
            <a:ext cx="2636005" cy="1"/>
          </a:xfrm>
          <a:prstGeom prst="line">
            <a:avLst/>
          </a:prstGeom>
          <a:ln w="3175">
            <a:solidFill>
              <a:srgbClr val="BFBFBF"/>
            </a:solidFill>
          </a:ln>
        </p:spPr>
        <p:txBody>
          <a:bodyPr lIns="45719" rIns="45719"/>
          <a:lstStyle/>
          <a:p>
            <a:pPr/>
          </a:p>
        </p:txBody>
      </p:sp>
      <p:sp>
        <p:nvSpPr>
          <p:cNvPr id="245" name="Freeform 87"/>
          <p:cNvSpPr/>
          <p:nvPr/>
        </p:nvSpPr>
        <p:spPr>
          <a:xfrm>
            <a:off x="12236068" y="9878181"/>
            <a:ext cx="2636004" cy="1"/>
          </a:xfrm>
          <a:prstGeom prst="line">
            <a:avLst/>
          </a:prstGeom>
          <a:ln w="3175">
            <a:solidFill>
              <a:srgbClr val="BFBFBF"/>
            </a:solidFill>
          </a:ln>
        </p:spPr>
        <p:txBody>
          <a:bodyPr lIns="45719" rIns="45719"/>
          <a:lstStyle/>
          <a:p>
            <a:pPr/>
          </a:p>
        </p:txBody>
      </p:sp>
      <p:sp>
        <p:nvSpPr>
          <p:cNvPr id="246" name="Freeform 88"/>
          <p:cNvSpPr/>
          <p:nvPr/>
        </p:nvSpPr>
        <p:spPr>
          <a:xfrm>
            <a:off x="12237973" y="10019151"/>
            <a:ext cx="2636005" cy="1"/>
          </a:xfrm>
          <a:prstGeom prst="line">
            <a:avLst/>
          </a:prstGeom>
          <a:ln w="3175">
            <a:solidFill>
              <a:srgbClr val="BFBFBF"/>
            </a:solidFill>
          </a:ln>
        </p:spPr>
        <p:txBody>
          <a:bodyPr lIns="45719" rIns="45719"/>
          <a:lstStyle/>
          <a:p>
            <a:pPr/>
          </a:p>
        </p:txBody>
      </p:sp>
      <p:sp>
        <p:nvSpPr>
          <p:cNvPr id="247" name="Freeform 90"/>
          <p:cNvSpPr/>
          <p:nvPr/>
        </p:nvSpPr>
        <p:spPr>
          <a:xfrm>
            <a:off x="12237973" y="10159357"/>
            <a:ext cx="2636005" cy="1"/>
          </a:xfrm>
          <a:prstGeom prst="line">
            <a:avLst/>
          </a:prstGeom>
          <a:ln w="3175">
            <a:solidFill>
              <a:srgbClr val="BFBFBF"/>
            </a:solidFill>
          </a:ln>
        </p:spPr>
        <p:txBody>
          <a:bodyPr lIns="45719" rIns="45719"/>
          <a:lstStyle/>
          <a:p>
            <a:pPr/>
          </a:p>
        </p:txBody>
      </p:sp>
      <p:sp>
        <p:nvSpPr>
          <p:cNvPr id="248" name="Straight Connector 2"/>
          <p:cNvSpPr/>
          <p:nvPr/>
        </p:nvSpPr>
        <p:spPr>
          <a:xfrm>
            <a:off x="12237973" y="6947426"/>
            <a:ext cx="2636004" cy="1"/>
          </a:xfrm>
          <a:prstGeom prst="line">
            <a:avLst/>
          </a:prstGeom>
          <a:ln>
            <a:solidFill>
              <a:srgbClr val="BFBFBF"/>
            </a:solidFill>
          </a:ln>
        </p:spPr>
        <p:txBody>
          <a:bodyPr lIns="45719" rIns="45719"/>
          <a:lstStyle/>
          <a:p>
            <a:pPr/>
          </a:p>
        </p:txBody>
      </p:sp>
      <p:sp>
        <p:nvSpPr>
          <p:cNvPr id="249" name="Straight Connector 71"/>
          <p:cNvSpPr/>
          <p:nvPr/>
        </p:nvSpPr>
        <p:spPr>
          <a:xfrm>
            <a:off x="12237973" y="6659394"/>
            <a:ext cx="2636004" cy="1"/>
          </a:xfrm>
          <a:prstGeom prst="line">
            <a:avLst/>
          </a:prstGeom>
          <a:ln>
            <a:solidFill>
              <a:srgbClr val="BFBFBF"/>
            </a:solidFill>
          </a:ln>
        </p:spPr>
        <p:txBody>
          <a:bodyPr lIns="45719" rIns="45719"/>
          <a:lstStyle/>
          <a:p>
            <a:pPr/>
          </a:p>
        </p:txBody>
      </p:sp>
      <p:sp>
        <p:nvSpPr>
          <p:cNvPr id="250" name="Freeform 90"/>
          <p:cNvSpPr/>
          <p:nvPr/>
        </p:nvSpPr>
        <p:spPr>
          <a:xfrm>
            <a:off x="12237973" y="10298666"/>
            <a:ext cx="2636005" cy="1"/>
          </a:xfrm>
          <a:prstGeom prst="line">
            <a:avLst/>
          </a:prstGeom>
          <a:ln w="3175">
            <a:solidFill>
              <a:srgbClr val="BFBFBF"/>
            </a:solidFill>
          </a:ln>
        </p:spPr>
        <p:txBody>
          <a:bodyPr lIns="45719" rIns="45719"/>
          <a:lstStyle/>
          <a:p>
            <a:pPr/>
          </a:p>
        </p:txBody>
      </p:sp>
      <p:sp>
        <p:nvSpPr>
          <p:cNvPr id="251" name="TextBox 98"/>
          <p:cNvSpPr txBox="1"/>
          <p:nvPr/>
        </p:nvSpPr>
        <p:spPr>
          <a:xfrm>
            <a:off x="13070458" y="9889172"/>
            <a:ext cx="176303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252" name="TextBox 74"/>
          <p:cNvSpPr txBox="1"/>
          <p:nvPr/>
        </p:nvSpPr>
        <p:spPr>
          <a:xfrm>
            <a:off x="12243182" y="9193194"/>
            <a:ext cx="126635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253" name="TextBox 91"/>
          <p:cNvSpPr txBox="1"/>
          <p:nvPr/>
        </p:nvSpPr>
        <p:spPr>
          <a:xfrm>
            <a:off x="13098736" y="9321328"/>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&lt;C&gt;</a:t>
            </a:r>
          </a:p>
        </p:txBody>
      </p:sp>
      <p:sp>
        <p:nvSpPr>
          <p:cNvPr id="254" name="TextBox 96"/>
          <p:cNvSpPr txBox="1"/>
          <p:nvPr/>
        </p:nvSpPr>
        <p:spPr>
          <a:xfrm>
            <a:off x="12228576" y="9321328"/>
            <a:ext cx="83358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&lt;D&gt;</a:t>
            </a:r>
          </a:p>
        </p:txBody>
      </p:sp>
      <p:sp>
        <p:nvSpPr>
          <p:cNvPr id="255" name="Freeform 21"/>
          <p:cNvSpPr/>
          <p:nvPr/>
        </p:nvSpPr>
        <p:spPr>
          <a:xfrm>
            <a:off x="13100005" y="9307141"/>
            <a:ext cx="1" cy="108001"/>
          </a:xfrm>
          <a:prstGeom prst="line">
            <a:avLst/>
          </a:prstGeom>
          <a:ln>
            <a:solidFill>
              <a:srgbClr val="BFBFBF"/>
            </a:solidFill>
          </a:ln>
        </p:spPr>
        <p:txBody>
          <a:bodyPr lIns="45719" rIns="45719"/>
          <a:lstStyle/>
          <a:p>
            <a:pPr/>
          </a:p>
        </p:txBody>
      </p:sp>
      <p:sp>
        <p:nvSpPr>
          <p:cNvPr id="256" name="Freeform 47"/>
          <p:cNvSpPr/>
          <p:nvPr/>
        </p:nvSpPr>
        <p:spPr>
          <a:xfrm>
            <a:off x="12226542" y="9184596"/>
            <a:ext cx="2646001" cy="1"/>
          </a:xfrm>
          <a:prstGeom prst="line">
            <a:avLst/>
          </a:prstGeom>
          <a:ln>
            <a:solidFill>
              <a:srgbClr val="BFBFBF"/>
            </a:solidFill>
          </a:ln>
        </p:spPr>
        <p:txBody>
          <a:bodyPr lIns="45719" rIns="45719"/>
          <a:lstStyle/>
          <a:p>
            <a:pPr/>
          </a:p>
        </p:txBody>
      </p:sp>
      <p:sp>
        <p:nvSpPr>
          <p:cNvPr id="257" name="TextBox 109"/>
          <p:cNvSpPr txBox="1"/>
          <p:nvPr/>
        </p:nvSpPr>
        <p:spPr>
          <a:xfrm>
            <a:off x="12253914" y="8867116"/>
            <a:ext cx="95997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258" name="TextBox 110"/>
          <p:cNvSpPr txBox="1"/>
          <p:nvPr/>
        </p:nvSpPr>
        <p:spPr>
          <a:xfrm>
            <a:off x="12235563" y="8993848"/>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259" name="TextBox 111"/>
          <p:cNvSpPr txBox="1"/>
          <p:nvPr/>
        </p:nvSpPr>
        <p:spPr>
          <a:xfrm>
            <a:off x="13056406" y="9758240"/>
            <a:ext cx="17770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260" name="TextBox 113"/>
          <p:cNvSpPr txBox="1"/>
          <p:nvPr/>
        </p:nvSpPr>
        <p:spPr>
          <a:xfrm>
            <a:off x="12247271" y="9758240"/>
            <a:ext cx="22438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261"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&lt;P01&gt;</a:t>
            </a:r>
          </a:p>
        </p:txBody>
      </p:sp>
      <p:sp>
        <p:nvSpPr>
          <p:cNvPr id="262" name="Straight Connector 115"/>
          <p:cNvSpPr/>
          <p:nvPr/>
        </p:nvSpPr>
        <p:spPr>
          <a:xfrm>
            <a:off x="12237973" y="8270047"/>
            <a:ext cx="2636004" cy="1"/>
          </a:xfrm>
          <a:prstGeom prst="line">
            <a:avLst/>
          </a:prstGeom>
          <a:ln>
            <a:solidFill>
              <a:srgbClr val="BFBFBF"/>
            </a:solidFill>
          </a:ln>
        </p:spPr>
        <p:txBody>
          <a:bodyPr lIns="45719" rIns="45719"/>
          <a:lstStyle/>
          <a:p>
            <a:pPr/>
          </a:p>
        </p:txBody>
      </p:sp>
      <p:sp>
        <p:nvSpPr>
          <p:cNvPr id="263" name="Freeform 67"/>
          <p:cNvSpPr/>
          <p:nvPr/>
        </p:nvSpPr>
        <p:spPr>
          <a:xfrm>
            <a:off x="13962832" y="9310517"/>
            <a:ext cx="1" cy="108129"/>
          </a:xfrm>
          <a:prstGeom prst="line">
            <a:avLst/>
          </a:prstGeom>
          <a:ln>
            <a:solidFill>
              <a:srgbClr val="BFBFBF"/>
            </a:solidFill>
          </a:ln>
        </p:spPr>
        <p:txBody>
          <a:bodyPr lIns="45719" rIns="45719"/>
          <a:lstStyle/>
          <a:p>
            <a:pPr/>
          </a:p>
        </p:txBody>
      </p:sp>
      <p:sp>
        <p:nvSpPr>
          <p:cNvPr id="264" name="TextBox 117"/>
          <p:cNvSpPr txBox="1"/>
          <p:nvPr/>
        </p:nvSpPr>
        <p:spPr>
          <a:xfrm>
            <a:off x="13549307" y="7032755"/>
            <a:ext cx="1284186"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265" name="Rectangle 118"/>
          <p:cNvSpPr txBox="1"/>
          <p:nvPr/>
        </p:nvSpPr>
        <p:spPr>
          <a:xfrm>
            <a:off x="12292583" y="374374"/>
            <a:ext cx="252415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000">
                <a:latin typeface="Verdana (Body)"/>
                <a:ea typeface="Verdana (Body)"/>
                <a:cs typeface="Verdana (Body)"/>
                <a:sym typeface="Verdana (Body)"/>
              </a:defRPr>
            </a:lvl1pPr>
          </a:lstStyle>
          <a:p>
            <a:pPr/>
            <a:r>
              <a:t>COMMERCIAL MOBILE SERVICES</a:t>
            </a:r>
          </a:p>
        </p:txBody>
      </p:sp>
      <p:sp>
        <p:nvSpPr>
          <p:cNvPr id="266" name="Rectangle 3"/>
          <p:cNvSpPr/>
          <p:nvPr/>
        </p:nvSpPr>
        <p:spPr>
          <a:xfrm>
            <a:off x="0" y="1"/>
            <a:ext cx="15122525" cy="236990"/>
          </a:xfrm>
          <a:prstGeom prst="rect">
            <a:avLst/>
          </a:prstGeom>
          <a:solidFill>
            <a:srgbClr val="D91D49"/>
          </a:solidFill>
          <a:ln w="25400">
            <a:solidFill>
              <a:srgbClr val="D91D49"/>
            </a:solidFill>
          </a:ln>
        </p:spPr>
        <p:txBody>
          <a:bodyPr lIns="45719" rIns="45719" anchor="ctr"/>
          <a:lstStyle/>
          <a:p>
            <a:pPr algn="ctr">
              <a:defRPr sz="2400">
                <a:solidFill>
                  <a:srgbClr val="FFFFFF"/>
                </a:solidFill>
              </a:defRPr>
            </a:pPr>
          </a:p>
        </p:txBody>
      </p:sp>
      <p:sp>
        <p:nvSpPr>
          <p:cNvPr id="267" name="Freeform 47"/>
          <p:cNvSpPr/>
          <p:nvPr/>
        </p:nvSpPr>
        <p:spPr>
          <a:xfrm flipV="1">
            <a:off x="13531176" y="9183038"/>
            <a:ext cx="1" cy="124737"/>
          </a:xfrm>
          <a:prstGeom prst="line">
            <a:avLst/>
          </a:prstGeom>
          <a:ln>
            <a:solidFill>
              <a:srgbClr val="BFBFBF"/>
            </a:solidFill>
          </a:ln>
        </p:spPr>
        <p:txBody>
          <a:bodyPr lIns="45719" rIns="45719"/>
          <a:lstStyle/>
          <a:p>
            <a:pPr/>
          </a:p>
        </p:txBody>
      </p:sp>
      <p:sp>
        <p:nvSpPr>
          <p:cNvPr id="268" name="TextBox 52"/>
          <p:cNvSpPr txBox="1"/>
          <p:nvPr/>
        </p:nvSpPr>
        <p:spPr>
          <a:xfrm>
            <a:off x="12253914" y="7853044"/>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269" name="Straight Connector 53"/>
          <p:cNvSpPr/>
          <p:nvPr/>
        </p:nvSpPr>
        <p:spPr>
          <a:xfrm>
            <a:off x="12237973" y="7838000"/>
            <a:ext cx="2636004" cy="1"/>
          </a:xfrm>
          <a:prstGeom prst="line">
            <a:avLst/>
          </a:prstGeom>
          <a:ln>
            <a:solidFill>
              <a:srgbClr val="BFBFBF"/>
            </a:solidFill>
          </a:ln>
        </p:spPr>
        <p:txBody>
          <a:bodyPr lIns="45719" rIns="45719"/>
          <a:lstStyle/>
          <a:p>
            <a:pPr/>
          </a:p>
        </p:txBody>
      </p:sp>
      <p:sp>
        <p:nvSpPr>
          <p:cNvPr id="270" name="TextBox 5"/>
          <p:cNvSpPr txBox="1"/>
          <p:nvPr/>
        </p:nvSpPr>
        <p:spPr>
          <a:xfrm>
            <a:off x="63499" y="10507980"/>
            <a:ext cx="77311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defRPr>
            </a:lvl1pPr>
          </a:lstStyle>
          <a:p>
            <a:pPr/>
            <a:r>
              <a:t>[SEC=PROTECTED]</a:t>
            </a:r>
          </a:p>
        </p:txBody>
      </p:sp>
      <p:sp>
        <p:nvSpPr>
          <p:cNvPr id="271" name="Freeform: Shape 6"/>
          <p:cNvSpPr/>
          <p:nvPr/>
        </p:nvSpPr>
        <p:spPr>
          <a:xfrm>
            <a:off x="12537433" y="7031193"/>
            <a:ext cx="705486" cy="6648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9" rIns="45719"/>
          <a:lstStyle/>
          <a:p>
            <a:pPr/>
          </a:p>
        </p:txBody>
      </p:sp>
      <p:sp>
        <p:nvSpPr>
          <p:cNvPr id="272" name="TextBox 4"/>
          <p:cNvSpPr txBox="1"/>
          <p:nvPr/>
        </p:nvSpPr>
        <p:spPr>
          <a:xfrm>
            <a:off x="12233458" y="8514819"/>
            <a:ext cx="260096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&lt;&lt;ADDRESS&gt;&gt;</a:t>
            </a:r>
          </a:p>
        </p:txBody>
      </p:sp>
      <p:sp>
        <p:nvSpPr>
          <p:cNvPr id="273" name="TextBox 8"/>
          <p:cNvSpPr txBox="1"/>
          <p:nvPr/>
        </p:nvSpPr>
        <p:spPr>
          <a:xfrm>
            <a:off x="12239091" y="7990072"/>
            <a:ext cx="260096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&lt;&lt;STATION_NAME&gt;&gt;</a:t>
            </a:r>
          </a:p>
        </p:txBody>
      </p:sp>
      <p:sp>
        <p:nvSpPr>
          <p:cNvPr id="274" name="TextBox 9"/>
          <p:cNvSpPr txBox="1"/>
          <p:nvPr/>
        </p:nvSpPr>
        <p:spPr>
          <a:xfrm>
            <a:off x="13056406" y="9904169"/>
            <a:ext cx="17770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275" name="TextBox 12"/>
          <p:cNvSpPr txBox="1"/>
          <p:nvPr/>
        </p:nvSpPr>
        <p:spPr>
          <a:xfrm>
            <a:off x="12247271" y="9904169"/>
            <a:ext cx="22438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276"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&lt;P02&gt;</a:t>
            </a:r>
          </a:p>
        </p:txBody>
      </p:sp>
      <p:sp>
        <p:nvSpPr>
          <p:cNvPr id="277" name="Freeform 62"/>
          <p:cNvSpPr/>
          <p:nvPr/>
        </p:nvSpPr>
        <p:spPr>
          <a:xfrm>
            <a:off x="12230100" y="702183"/>
            <a:ext cx="2646000" cy="1"/>
          </a:xfrm>
          <a:prstGeom prst="line">
            <a:avLst/>
          </a:prstGeom>
          <a:ln>
            <a:solidFill>
              <a:srgbClr val="000000"/>
            </a:solidFill>
          </a:ln>
        </p:spPr>
        <p:txBody>
          <a:bodyPr lIns="45719" rIns="45719"/>
          <a:lstStyle/>
          <a:p>
            <a:pPr/>
          </a:p>
        </p:txBody>
      </p:sp>
      <p:sp>
        <p:nvSpPr>
          <p:cNvPr id="278" name="TextBox 3"/>
          <p:cNvSpPr txBox="1"/>
          <p:nvPr/>
        </p:nvSpPr>
        <p:spPr>
          <a:xfrm>
            <a:off x="12339755" y="6688782"/>
            <a:ext cx="252270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pic>
        <p:nvPicPr>
          <p:cNvPr id="279" name="Picture 2" descr="Picture 2"/>
          <p:cNvPicPr>
            <a:picLocks noChangeAspect="1"/>
          </p:cNvPicPr>
          <p:nvPr/>
        </p:nvPicPr>
        <p:blipFill>
          <a:blip r:embed="rId2">
            <a:extLst/>
          </a:blip>
          <a:stretch>
            <a:fillRect/>
          </a:stretch>
        </p:blipFill>
        <p:spPr>
          <a:xfrm>
            <a:off x="14142457" y="5778748"/>
            <a:ext cx="720001" cy="720001"/>
          </a:xfrm>
          <a:prstGeom prst="rect">
            <a:avLst/>
          </a:prstGeom>
          <a:ln w="12700">
            <a:miter lim="400000"/>
          </a:ln>
        </p:spPr>
      </p:pic>
      <p:sp>
        <p:nvSpPr>
          <p:cNvPr id="280" name="Freeform 62"/>
          <p:cNvSpPr/>
          <p:nvPr/>
        </p:nvSpPr>
        <p:spPr>
          <a:xfrm>
            <a:off x="12230100" y="702183"/>
            <a:ext cx="2646000" cy="1"/>
          </a:xfrm>
          <a:prstGeom prst="line">
            <a:avLst/>
          </a:prstGeom>
          <a:ln>
            <a:solidFill>
              <a:srgbClr val="000000"/>
            </a:solidFill>
          </a:ln>
        </p:spPr>
        <p:txBody>
          <a:bodyPr lIns="45719" rIns="45719"/>
          <a:lstStyle/>
          <a:p>
            <a:pPr/>
          </a:p>
        </p:txBody>
      </p:sp>
      <p:sp>
        <p:nvSpPr>
          <p:cNvPr id="281" name="Rectangle 10"/>
          <p:cNvSpPr txBox="1"/>
          <p:nvPr/>
        </p:nvSpPr>
        <p:spPr>
          <a:xfrm>
            <a:off x="12277791" y="832005"/>
            <a:ext cx="535693" cy="2024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08080"/>
                </a:solidFill>
                <a:latin typeface="Arial"/>
                <a:ea typeface="Arial"/>
                <a:cs typeface="Arial"/>
                <a:sym typeface="Arial"/>
              </a:defRPr>
            </a:lvl1pPr>
          </a:lstStyle>
          <a:p>
            <a:pPr/>
            <a:r>
              <a:t>LEGEND</a:t>
            </a:r>
          </a:p>
        </p:txBody>
      </p:sp>
      <p:sp>
        <p:nvSpPr>
          <p:cNvPr id="282" name="Straight Connector 24"/>
          <p:cNvSpPr/>
          <p:nvPr/>
        </p:nvSpPr>
        <p:spPr>
          <a:xfrm>
            <a:off x="12237973" y="4014551"/>
            <a:ext cx="2636004" cy="1"/>
          </a:xfrm>
          <a:prstGeom prst="line">
            <a:avLst/>
          </a:prstGeom>
          <a:ln>
            <a:solidFill>
              <a:srgbClr val="BFBFBF"/>
            </a:solidFill>
          </a:ln>
        </p:spPr>
        <p:txBody>
          <a:bodyPr lIns="45719" rIns="45719"/>
          <a:lstStyle/>
          <a:p>
            <a:pPr/>
          </a:p>
        </p:txBody>
      </p:sp>
      <p:pic>
        <p:nvPicPr>
          <p:cNvPr id="283" name="Picture 35" descr="Picture 35"/>
          <p:cNvPicPr>
            <a:picLocks noChangeAspect="1"/>
          </p:cNvPicPr>
          <p:nvPr/>
        </p:nvPicPr>
        <p:blipFill>
          <a:blip r:embed="rId3">
            <a:extLst/>
          </a:blip>
          <a:stretch>
            <a:fillRect/>
          </a:stretch>
        </p:blipFill>
        <p:spPr>
          <a:xfrm>
            <a:off x="12263063" y="1363132"/>
            <a:ext cx="2586716" cy="775816"/>
          </a:xfrm>
          <a:prstGeom prst="rect">
            <a:avLst/>
          </a:prstGeom>
          <a:ln w="12700">
            <a:miter lim="400000"/>
          </a:ln>
        </p:spPr>
      </p:pic>
      <p:sp>
        <p:nvSpPr>
          <p:cNvPr id="284" name="Rectangle 1"/>
          <p:cNvSpPr/>
          <p:nvPr/>
        </p:nvSpPr>
        <p:spPr>
          <a:xfrm>
            <a:off x="13633450" y="1357210"/>
            <a:ext cx="1066800" cy="282776"/>
          </a:xfrm>
          <a:prstGeom prst="rect">
            <a:avLst/>
          </a:prstGeom>
          <a:solidFill>
            <a:srgbClr val="FFFFFF"/>
          </a:solidFill>
          <a:ln w="12700">
            <a:miter lim="400000"/>
          </a:ln>
        </p:spPr>
        <p:txBody>
          <a:bodyPr lIns="45719" rIns="45719" anchor="ctr"/>
          <a:lstStyle/>
          <a:p>
            <a:pPr algn="ctr"/>
          </a:p>
        </p:txBody>
      </p:sp>
      <p:sp>
        <p:nvSpPr>
          <p:cNvPr id="285" name="&lt;NUM&gt;"/>
          <p:cNvSpPr txBox="1"/>
          <p:nvPr/>
        </p:nvSpPr>
        <p:spPr>
          <a:xfrm>
            <a:off x="14316518" y="9157295"/>
            <a:ext cx="371879" cy="17622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600"/>
            </a:lvl1pPr>
          </a:lstStyle>
          <a:p>
            <a:pPr/>
            <a:r>
              <a:t>&lt;NUM&gt;</a:t>
            </a:r>
          </a:p>
        </p:txBody>
      </p:sp>
      <p:sp>
        <p:nvSpPr>
          <p:cNvPr id="286" name="Slide Number"/>
          <p:cNvSpPr txBox="1"/>
          <p:nvPr>
            <p:ph type="sldNum" sz="quarter" idx="2"/>
          </p:nvPr>
        </p:nvSpPr>
        <p:spPr>
          <a:xfrm>
            <a:off x="14362296" y="9201557"/>
            <a:ext cx="127001" cy="127001"/>
          </a:xfrm>
          <a:prstGeom prst="rect">
            <a:avLst/>
          </a:prstGeom>
        </p:spPr>
        <p:txBody>
          <a:bodyPr wrap="none"/>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sp>
        <p:nvSpPr>
          <p:cNvPr id="293" name="TextBox 6"/>
          <p:cNvSpPr txBox="1"/>
          <p:nvPr/>
        </p:nvSpPr>
        <p:spPr>
          <a:xfrm>
            <a:off x="63499" y="10507980"/>
            <a:ext cx="77311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defRPr>
            </a:lvl1pPr>
          </a:lstStyle>
          <a:p>
            <a:pPr/>
            <a:r>
              <a:t>[SEC=PROTECTED]</a:t>
            </a:r>
          </a:p>
        </p:txBody>
      </p:sp>
      <p:sp>
        <p:nvSpPr>
          <p:cNvPr id="294" name="Rectangle 16"/>
          <p:cNvSpPr txBox="1"/>
          <p:nvPr/>
        </p:nvSpPr>
        <p:spPr>
          <a:xfrm>
            <a:off x="262165" y="1680442"/>
            <a:ext cx="3941009" cy="20241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800">
                <a:solidFill>
                  <a:srgbClr val="CC66FF"/>
                </a:solidFill>
                <a:latin typeface="Arial"/>
                <a:ea typeface="Arial"/>
                <a:cs typeface="Arial"/>
                <a:sym typeface="Arial"/>
              </a:defRPr>
            </a:lvl1pPr>
          </a:lstStyle>
          <a:p>
            <a:pPr/>
            <a:r>
              <a:t> </a:t>
            </a:r>
          </a:p>
        </p:txBody>
      </p:sp>
      <p:sp>
        <p:nvSpPr>
          <p:cNvPr id="295" name="Rectangle 17"/>
          <p:cNvSpPr/>
          <p:nvPr/>
        </p:nvSpPr>
        <p:spPr>
          <a:xfrm>
            <a:off x="0" y="1"/>
            <a:ext cx="15122525" cy="236990"/>
          </a:xfrm>
          <a:prstGeom prst="rect">
            <a:avLst/>
          </a:prstGeom>
          <a:solidFill>
            <a:srgbClr val="D91D49"/>
          </a:solidFill>
          <a:ln w="12700">
            <a:solidFill>
              <a:srgbClr val="D91D49"/>
            </a:solidFill>
            <a:miter/>
          </a:ln>
        </p:spPr>
        <p:txBody>
          <a:bodyPr lIns="45719" rIns="45719" anchor="ctr"/>
          <a:lstStyle/>
          <a:p>
            <a:pPr algn="ctr">
              <a:defRPr sz="2400">
                <a:solidFill>
                  <a:srgbClr val="FFFFFF"/>
                </a:solidFill>
              </a:defRPr>
            </a:pPr>
          </a:p>
        </p:txBody>
      </p:sp>
      <p:sp>
        <p:nvSpPr>
          <p:cNvPr id="296" name="Title Text"/>
          <p:cNvSpPr txBox="1"/>
          <p:nvPr>
            <p:ph type="title"/>
          </p:nvPr>
        </p:nvSpPr>
        <p:spPr>
          <a:xfrm>
            <a:off x="3818273" y="236991"/>
            <a:ext cx="8675540" cy="2066926"/>
          </a:xfrm>
          <a:prstGeom prst="rect">
            <a:avLst/>
          </a:prstGeom>
        </p:spPr>
        <p:txBody>
          <a:bodyPr/>
          <a:lstStyle>
            <a:lvl1pPr algn="l" defTabSz="914372">
              <a:lnSpc>
                <a:spcPct val="90000"/>
              </a:lnSpc>
              <a:defRPr sz="4400">
                <a:latin typeface="Calibri Light"/>
                <a:ea typeface="Calibri Light"/>
                <a:cs typeface="Calibri Light"/>
                <a:sym typeface="Calibri Light"/>
              </a:defRPr>
            </a:lvl1pPr>
          </a:lstStyle>
          <a:p>
            <a:pPr/>
            <a:r>
              <a:t>Title Text</a:t>
            </a:r>
          </a:p>
        </p:txBody>
      </p:sp>
      <p:pic>
        <p:nvPicPr>
          <p:cNvPr id="297" name="Picture 4" descr="Picture 4"/>
          <p:cNvPicPr>
            <a:picLocks noChangeAspect="1"/>
          </p:cNvPicPr>
          <p:nvPr/>
        </p:nvPicPr>
        <p:blipFill>
          <a:blip r:embed="rId2">
            <a:extLst/>
          </a:blip>
          <a:stretch>
            <a:fillRect/>
          </a:stretch>
        </p:blipFill>
        <p:spPr>
          <a:xfrm>
            <a:off x="379746" y="328610"/>
            <a:ext cx="3438526" cy="1333501"/>
          </a:xfrm>
          <a:prstGeom prst="rect">
            <a:avLst/>
          </a:prstGeom>
          <a:ln w="12700">
            <a:miter lim="400000"/>
          </a:ln>
        </p:spPr>
      </p:pic>
      <p:pic>
        <p:nvPicPr>
          <p:cNvPr id="298" name="Picture 6" descr="Picture 6"/>
          <p:cNvPicPr>
            <a:picLocks noChangeAspect="1"/>
          </p:cNvPicPr>
          <p:nvPr/>
        </p:nvPicPr>
        <p:blipFill>
          <a:blip r:embed="rId3">
            <a:extLst/>
          </a:blip>
          <a:stretch>
            <a:fillRect/>
          </a:stretch>
        </p:blipFill>
        <p:spPr>
          <a:xfrm>
            <a:off x="12493813" y="641014"/>
            <a:ext cx="2485309" cy="629439"/>
          </a:xfrm>
          <a:prstGeom prst="rect">
            <a:avLst/>
          </a:prstGeom>
          <a:ln w="12700">
            <a:miter lim="400000"/>
          </a:ln>
        </p:spPr>
      </p:pic>
      <p:sp>
        <p:nvSpPr>
          <p:cNvPr id="299" name="Slide Number"/>
          <p:cNvSpPr txBox="1"/>
          <p:nvPr>
            <p:ph type="sldNum" sz="quarter" idx="2"/>
          </p:nvPr>
        </p:nvSpPr>
        <p:spPr>
          <a:xfrm>
            <a:off x="7304616" y="9625447"/>
            <a:ext cx="3526368" cy="571501"/>
          </a:xfrm>
          <a:prstGeom prst="rect">
            <a:avLst/>
          </a:prstGeom>
        </p:spPr>
        <p:txBody>
          <a:bodyPr wrap="none" lIns="45719" tIns="45719" rIns="45719" bIns="45719" anchor="ctr"/>
          <a:lstStyle>
            <a:lvl1pPr algn="r">
              <a:defRPr sz="1200">
                <a:latin typeface="+mj-lt"/>
                <a:ea typeface="+mj-ea"/>
                <a:cs typeface="+mj-cs"/>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Layout" Target="../slideLayouts/slideLayout1.xml"/><Relationship Id="rId7" Type="http://schemas.openxmlformats.org/officeDocument/2006/relationships/slideLayout" Target="../slideLayouts/slideLayout2.xml"/><Relationship Id="rId8" Type="http://schemas.openxmlformats.org/officeDocument/2006/relationships/slideLayout" Target="../slideLayouts/slideLayout3.xml"/><Relationship Id="rId9"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extBox 66"/>
          <p:cNvSpPr txBox="1"/>
          <p:nvPr/>
        </p:nvSpPr>
        <p:spPr>
          <a:xfrm>
            <a:off x="13525788" y="9201184"/>
            <a:ext cx="130066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3" name="TextBox 85"/>
          <p:cNvSpPr txBox="1"/>
          <p:nvPr/>
        </p:nvSpPr>
        <p:spPr>
          <a:xfrm>
            <a:off x="13969973" y="9321328"/>
            <a:ext cx="85647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&lt;A&gt;</a:t>
            </a:r>
          </a:p>
        </p:txBody>
      </p:sp>
      <p:sp>
        <p:nvSpPr>
          <p:cNvPr id="4" name="Rectangle 7"/>
          <p:cNvSpPr/>
          <p:nvPr/>
        </p:nvSpPr>
        <p:spPr>
          <a:xfrm>
            <a:off x="227013" y="261258"/>
            <a:ext cx="14643063" cy="10175448"/>
          </a:xfrm>
          <a:prstGeom prst="rect">
            <a:avLst/>
          </a:prstGeom>
          <a:ln>
            <a:solidFill>
              <a:srgbClr val="BFBFBF"/>
            </a:solidFill>
          </a:ln>
        </p:spPr>
        <p:txBody>
          <a:bodyPr lIns="45719" rIns="45719" anchor="ctr"/>
          <a:lstStyle/>
          <a:p>
            <a:pPr algn="ctr">
              <a:defRPr sz="2400">
                <a:solidFill>
                  <a:srgbClr val="FFFFFF"/>
                </a:solidFill>
              </a:defRPr>
            </a:pPr>
          </a:p>
        </p:txBody>
      </p:sp>
      <p:sp>
        <p:nvSpPr>
          <p:cNvPr id="5" name="Freeform 10"/>
          <p:cNvSpPr/>
          <p:nvPr/>
        </p:nvSpPr>
        <p:spPr>
          <a:xfrm flipH="1">
            <a:off x="12234861" y="209551"/>
            <a:ext cx="1" cy="10224001"/>
          </a:xfrm>
          <a:prstGeom prst="line">
            <a:avLst/>
          </a:prstGeom>
          <a:ln>
            <a:solidFill>
              <a:srgbClr val="BFBFBF"/>
            </a:solidFill>
          </a:ln>
        </p:spPr>
        <p:txBody>
          <a:bodyPr lIns="45719" rIns="45719"/>
          <a:lstStyle/>
          <a:p>
            <a:pPr/>
          </a:p>
        </p:txBody>
      </p:sp>
      <p:sp>
        <p:nvSpPr>
          <p:cNvPr id="6" name="Freeform 11"/>
          <p:cNvSpPr/>
          <p:nvPr/>
        </p:nvSpPr>
        <p:spPr>
          <a:xfrm>
            <a:off x="12230100" y="702183"/>
            <a:ext cx="2646000" cy="1"/>
          </a:xfrm>
          <a:prstGeom prst="line">
            <a:avLst/>
          </a:prstGeom>
          <a:ln>
            <a:solidFill>
              <a:srgbClr val="BFBFBF"/>
            </a:solidFill>
          </a:ln>
        </p:spPr>
        <p:txBody>
          <a:bodyPr lIns="45719" rIns="45719"/>
          <a:lstStyle/>
          <a:p>
            <a:pPr/>
          </a:p>
        </p:txBody>
      </p:sp>
      <p:sp>
        <p:nvSpPr>
          <p:cNvPr id="7"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8" name="Freeform 45"/>
          <p:cNvSpPr/>
          <p:nvPr/>
        </p:nvSpPr>
        <p:spPr>
          <a:xfrm>
            <a:off x="12230100" y="8848334"/>
            <a:ext cx="2646000" cy="1"/>
          </a:xfrm>
          <a:prstGeom prst="line">
            <a:avLst/>
          </a:prstGeom>
          <a:ln>
            <a:solidFill>
              <a:srgbClr val="BFBFBF"/>
            </a:solidFill>
          </a:ln>
        </p:spPr>
        <p:txBody>
          <a:bodyPr lIns="45719" rIns="45719"/>
          <a:lstStyle/>
          <a:p>
            <a:pPr/>
          </a:p>
        </p:txBody>
      </p:sp>
      <p:sp>
        <p:nvSpPr>
          <p:cNvPr id="9" name="Freeform 47"/>
          <p:cNvSpPr/>
          <p:nvPr/>
        </p:nvSpPr>
        <p:spPr>
          <a:xfrm>
            <a:off x="12237339" y="9305668"/>
            <a:ext cx="2631522" cy="1"/>
          </a:xfrm>
          <a:prstGeom prst="line">
            <a:avLst/>
          </a:prstGeom>
          <a:ln>
            <a:solidFill>
              <a:srgbClr val="BFBFBF"/>
            </a:solidFill>
          </a:ln>
        </p:spPr>
        <p:txBody>
          <a:bodyPr lIns="45719" rIns="45719"/>
          <a:lstStyle/>
          <a:p>
            <a:pPr/>
          </a:p>
        </p:txBody>
      </p:sp>
      <p:sp>
        <p:nvSpPr>
          <p:cNvPr id="10" name="Freeform 48"/>
          <p:cNvSpPr/>
          <p:nvPr/>
        </p:nvSpPr>
        <p:spPr>
          <a:xfrm>
            <a:off x="12229154" y="9417119"/>
            <a:ext cx="2646001" cy="1"/>
          </a:xfrm>
          <a:prstGeom prst="line">
            <a:avLst/>
          </a:prstGeom>
          <a:ln>
            <a:solidFill>
              <a:srgbClr val="BFBFBF"/>
            </a:solidFill>
          </a:ln>
        </p:spPr>
        <p:txBody>
          <a:bodyPr lIns="45719" rIns="45719"/>
          <a:lstStyle/>
          <a:p>
            <a:pPr/>
          </a:p>
        </p:txBody>
      </p:sp>
      <p:sp>
        <p:nvSpPr>
          <p:cNvPr id="11" name="Freeform 67"/>
          <p:cNvSpPr/>
          <p:nvPr/>
        </p:nvSpPr>
        <p:spPr>
          <a:xfrm>
            <a:off x="13545546" y="6950908"/>
            <a:ext cx="1" cy="890402"/>
          </a:xfrm>
          <a:prstGeom prst="line">
            <a:avLst/>
          </a:prstGeom>
          <a:ln>
            <a:solidFill>
              <a:srgbClr val="BFBFBF"/>
            </a:solidFill>
          </a:ln>
        </p:spPr>
        <p:txBody>
          <a:bodyPr lIns="45719" rIns="45719"/>
          <a:lstStyle/>
          <a:p>
            <a:pPr/>
          </a:p>
        </p:txBody>
      </p:sp>
      <p:sp>
        <p:nvSpPr>
          <p:cNvPr id="12" name="TextBox 75"/>
          <p:cNvSpPr txBox="1"/>
          <p:nvPr/>
        </p:nvSpPr>
        <p:spPr>
          <a:xfrm>
            <a:off x="12234160" y="9470638"/>
            <a:ext cx="259229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13" name="Freeform 76"/>
          <p:cNvSpPr/>
          <p:nvPr/>
        </p:nvSpPr>
        <p:spPr>
          <a:xfrm>
            <a:off x="12233492" y="9612058"/>
            <a:ext cx="2636004" cy="1"/>
          </a:xfrm>
          <a:prstGeom prst="line">
            <a:avLst/>
          </a:prstGeom>
          <a:ln w="3175">
            <a:solidFill>
              <a:srgbClr val="BFBFBF"/>
            </a:solidFill>
          </a:ln>
        </p:spPr>
        <p:txBody>
          <a:bodyPr lIns="45719" rIns="45719"/>
          <a:lstStyle/>
          <a:p>
            <a:pPr/>
          </a:p>
        </p:txBody>
      </p:sp>
      <p:sp>
        <p:nvSpPr>
          <p:cNvPr id="14" name="TextBox 77"/>
          <p:cNvSpPr txBox="1"/>
          <p:nvPr/>
        </p:nvSpPr>
        <p:spPr>
          <a:xfrm>
            <a:off x="12507654" y="9632306"/>
            <a:ext cx="5102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15" name="Freeform 79"/>
          <p:cNvSpPr/>
          <p:nvPr/>
        </p:nvSpPr>
        <p:spPr>
          <a:xfrm>
            <a:off x="12513692" y="9612117"/>
            <a:ext cx="1" cy="821435"/>
          </a:xfrm>
          <a:prstGeom prst="line">
            <a:avLst/>
          </a:prstGeom>
          <a:ln w="3175">
            <a:solidFill>
              <a:srgbClr val="BFBFBF"/>
            </a:solidFill>
          </a:ln>
        </p:spPr>
        <p:txBody>
          <a:bodyPr lIns="45719" rIns="45719"/>
          <a:lstStyle/>
          <a:p>
            <a:pPr/>
          </a:p>
        </p:txBody>
      </p:sp>
      <p:sp>
        <p:nvSpPr>
          <p:cNvPr id="16"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17" name="Freeform 82"/>
          <p:cNvSpPr/>
          <p:nvPr/>
        </p:nvSpPr>
        <p:spPr>
          <a:xfrm>
            <a:off x="12236068" y="9736835"/>
            <a:ext cx="2636004" cy="1"/>
          </a:xfrm>
          <a:prstGeom prst="line">
            <a:avLst/>
          </a:prstGeom>
          <a:ln w="3175">
            <a:solidFill>
              <a:srgbClr val="BFBFBF"/>
            </a:solidFill>
          </a:ln>
        </p:spPr>
        <p:txBody>
          <a:bodyPr lIns="45719" rIns="45719"/>
          <a:lstStyle/>
          <a:p>
            <a:pPr/>
          </a:p>
        </p:txBody>
      </p:sp>
      <p:sp>
        <p:nvSpPr>
          <p:cNvPr id="18" name="Freeform 83"/>
          <p:cNvSpPr/>
          <p:nvPr/>
        </p:nvSpPr>
        <p:spPr>
          <a:xfrm>
            <a:off x="13052420" y="9614214"/>
            <a:ext cx="1" cy="824698"/>
          </a:xfrm>
          <a:prstGeom prst="line">
            <a:avLst/>
          </a:prstGeom>
          <a:ln w="3175">
            <a:solidFill>
              <a:srgbClr val="BFBFBF"/>
            </a:solidFill>
          </a:ln>
        </p:spPr>
        <p:txBody>
          <a:bodyPr lIns="45719" rIns="45719"/>
          <a:lstStyle/>
          <a:p>
            <a:pPr/>
          </a:p>
        </p:txBody>
      </p:sp>
      <p:sp>
        <p:nvSpPr>
          <p:cNvPr id="19" name="TextBox 84"/>
          <p:cNvSpPr txBox="1"/>
          <p:nvPr/>
        </p:nvSpPr>
        <p:spPr>
          <a:xfrm>
            <a:off x="13062232" y="9623904"/>
            <a:ext cx="178161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20" name="Freeform 86"/>
          <p:cNvSpPr/>
          <p:nvPr/>
        </p:nvSpPr>
        <p:spPr>
          <a:xfrm>
            <a:off x="12237973" y="9877804"/>
            <a:ext cx="2636005" cy="1"/>
          </a:xfrm>
          <a:prstGeom prst="line">
            <a:avLst/>
          </a:prstGeom>
          <a:ln w="3175">
            <a:solidFill>
              <a:srgbClr val="BFBFBF"/>
            </a:solidFill>
          </a:ln>
        </p:spPr>
        <p:txBody>
          <a:bodyPr lIns="45719" rIns="45719"/>
          <a:lstStyle/>
          <a:p>
            <a:pPr/>
          </a:p>
        </p:txBody>
      </p:sp>
      <p:sp>
        <p:nvSpPr>
          <p:cNvPr id="21" name="Freeform 87"/>
          <p:cNvSpPr/>
          <p:nvPr/>
        </p:nvSpPr>
        <p:spPr>
          <a:xfrm>
            <a:off x="12236068" y="9878181"/>
            <a:ext cx="2636004" cy="1"/>
          </a:xfrm>
          <a:prstGeom prst="line">
            <a:avLst/>
          </a:prstGeom>
          <a:ln w="3175">
            <a:solidFill>
              <a:srgbClr val="BFBFBF"/>
            </a:solidFill>
          </a:ln>
        </p:spPr>
        <p:txBody>
          <a:bodyPr lIns="45719" rIns="45719"/>
          <a:lstStyle/>
          <a:p>
            <a:pPr/>
          </a:p>
        </p:txBody>
      </p:sp>
      <p:sp>
        <p:nvSpPr>
          <p:cNvPr id="22" name="Freeform 88"/>
          <p:cNvSpPr/>
          <p:nvPr/>
        </p:nvSpPr>
        <p:spPr>
          <a:xfrm>
            <a:off x="12237973" y="10019151"/>
            <a:ext cx="2636005" cy="1"/>
          </a:xfrm>
          <a:prstGeom prst="line">
            <a:avLst/>
          </a:prstGeom>
          <a:ln w="3175">
            <a:solidFill>
              <a:srgbClr val="BFBFBF"/>
            </a:solidFill>
          </a:ln>
        </p:spPr>
        <p:txBody>
          <a:bodyPr lIns="45719" rIns="45719"/>
          <a:lstStyle/>
          <a:p>
            <a:pPr/>
          </a:p>
        </p:txBody>
      </p:sp>
      <p:sp>
        <p:nvSpPr>
          <p:cNvPr id="23" name="Freeform 90"/>
          <p:cNvSpPr/>
          <p:nvPr/>
        </p:nvSpPr>
        <p:spPr>
          <a:xfrm>
            <a:off x="12237973" y="10159357"/>
            <a:ext cx="2636005" cy="1"/>
          </a:xfrm>
          <a:prstGeom prst="line">
            <a:avLst/>
          </a:prstGeom>
          <a:ln w="3175">
            <a:solidFill>
              <a:srgbClr val="BFBFBF"/>
            </a:solidFill>
          </a:ln>
        </p:spPr>
        <p:txBody>
          <a:bodyPr lIns="45719" rIns="45719"/>
          <a:lstStyle/>
          <a:p>
            <a:pPr/>
          </a:p>
        </p:txBody>
      </p:sp>
      <p:sp>
        <p:nvSpPr>
          <p:cNvPr id="24" name="Straight Connector 2"/>
          <p:cNvSpPr/>
          <p:nvPr/>
        </p:nvSpPr>
        <p:spPr>
          <a:xfrm>
            <a:off x="12237973" y="6947426"/>
            <a:ext cx="2636004" cy="1"/>
          </a:xfrm>
          <a:prstGeom prst="line">
            <a:avLst/>
          </a:prstGeom>
          <a:ln>
            <a:solidFill>
              <a:srgbClr val="BFBFBF"/>
            </a:solidFill>
          </a:ln>
        </p:spPr>
        <p:txBody>
          <a:bodyPr lIns="45719" rIns="45719"/>
          <a:lstStyle/>
          <a:p>
            <a:pPr/>
          </a:p>
        </p:txBody>
      </p:sp>
      <p:sp>
        <p:nvSpPr>
          <p:cNvPr id="25" name="Straight Connector 71"/>
          <p:cNvSpPr/>
          <p:nvPr/>
        </p:nvSpPr>
        <p:spPr>
          <a:xfrm>
            <a:off x="12237973" y="6659394"/>
            <a:ext cx="2636004" cy="1"/>
          </a:xfrm>
          <a:prstGeom prst="line">
            <a:avLst/>
          </a:prstGeom>
          <a:ln>
            <a:solidFill>
              <a:srgbClr val="BFBFBF"/>
            </a:solidFill>
          </a:ln>
        </p:spPr>
        <p:txBody>
          <a:bodyPr lIns="45719" rIns="45719"/>
          <a:lstStyle/>
          <a:p>
            <a:pPr/>
          </a:p>
        </p:txBody>
      </p:sp>
      <p:sp>
        <p:nvSpPr>
          <p:cNvPr id="26" name="Freeform 90"/>
          <p:cNvSpPr/>
          <p:nvPr/>
        </p:nvSpPr>
        <p:spPr>
          <a:xfrm>
            <a:off x="12237973" y="10298666"/>
            <a:ext cx="2636005" cy="1"/>
          </a:xfrm>
          <a:prstGeom prst="line">
            <a:avLst/>
          </a:prstGeom>
          <a:ln w="3175">
            <a:solidFill>
              <a:srgbClr val="BFBFBF"/>
            </a:solidFill>
          </a:ln>
        </p:spPr>
        <p:txBody>
          <a:bodyPr lIns="45719" rIns="45719"/>
          <a:lstStyle/>
          <a:p>
            <a:pPr/>
          </a:p>
        </p:txBody>
      </p:sp>
      <p:sp>
        <p:nvSpPr>
          <p:cNvPr id="27" name="TextBox 98"/>
          <p:cNvSpPr txBox="1"/>
          <p:nvPr/>
        </p:nvSpPr>
        <p:spPr>
          <a:xfrm>
            <a:off x="13070458" y="9889172"/>
            <a:ext cx="176303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28" name="TextBox 74"/>
          <p:cNvSpPr txBox="1"/>
          <p:nvPr/>
        </p:nvSpPr>
        <p:spPr>
          <a:xfrm>
            <a:off x="12243182" y="9193194"/>
            <a:ext cx="126635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29" name="TextBox 91"/>
          <p:cNvSpPr txBox="1"/>
          <p:nvPr/>
        </p:nvSpPr>
        <p:spPr>
          <a:xfrm>
            <a:off x="13098736" y="9321328"/>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&lt;C&gt;</a:t>
            </a:r>
          </a:p>
        </p:txBody>
      </p:sp>
      <p:sp>
        <p:nvSpPr>
          <p:cNvPr id="30" name="TextBox 96"/>
          <p:cNvSpPr txBox="1"/>
          <p:nvPr/>
        </p:nvSpPr>
        <p:spPr>
          <a:xfrm>
            <a:off x="12228576" y="9321328"/>
            <a:ext cx="83358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&lt;D&gt;</a:t>
            </a:r>
          </a:p>
        </p:txBody>
      </p:sp>
      <p:sp>
        <p:nvSpPr>
          <p:cNvPr id="31" name="Freeform 21"/>
          <p:cNvSpPr/>
          <p:nvPr/>
        </p:nvSpPr>
        <p:spPr>
          <a:xfrm>
            <a:off x="13100005" y="9307141"/>
            <a:ext cx="1" cy="108001"/>
          </a:xfrm>
          <a:prstGeom prst="line">
            <a:avLst/>
          </a:prstGeom>
          <a:ln>
            <a:solidFill>
              <a:srgbClr val="BFBFBF"/>
            </a:solidFill>
          </a:ln>
        </p:spPr>
        <p:txBody>
          <a:bodyPr lIns="45719" rIns="45719"/>
          <a:lstStyle/>
          <a:p>
            <a:pPr/>
          </a:p>
        </p:txBody>
      </p:sp>
      <p:sp>
        <p:nvSpPr>
          <p:cNvPr id="32" name="Freeform 47"/>
          <p:cNvSpPr/>
          <p:nvPr/>
        </p:nvSpPr>
        <p:spPr>
          <a:xfrm>
            <a:off x="12226542" y="9184596"/>
            <a:ext cx="2646001" cy="1"/>
          </a:xfrm>
          <a:prstGeom prst="line">
            <a:avLst/>
          </a:prstGeom>
          <a:ln>
            <a:solidFill>
              <a:srgbClr val="BFBFBF"/>
            </a:solidFill>
          </a:ln>
        </p:spPr>
        <p:txBody>
          <a:bodyPr lIns="45719" rIns="45719"/>
          <a:lstStyle/>
          <a:p>
            <a:pPr/>
          </a:p>
        </p:txBody>
      </p:sp>
      <p:sp>
        <p:nvSpPr>
          <p:cNvPr id="33" name="TextBox 109"/>
          <p:cNvSpPr txBox="1"/>
          <p:nvPr/>
        </p:nvSpPr>
        <p:spPr>
          <a:xfrm>
            <a:off x="12253914" y="8867116"/>
            <a:ext cx="95997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34" name="TextBox 110"/>
          <p:cNvSpPr txBox="1"/>
          <p:nvPr/>
        </p:nvSpPr>
        <p:spPr>
          <a:xfrm>
            <a:off x="12235563" y="8993848"/>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35" name="TextBox 111"/>
          <p:cNvSpPr txBox="1"/>
          <p:nvPr/>
        </p:nvSpPr>
        <p:spPr>
          <a:xfrm>
            <a:off x="13056406" y="9758240"/>
            <a:ext cx="17770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36" name="TextBox 113"/>
          <p:cNvSpPr txBox="1"/>
          <p:nvPr/>
        </p:nvSpPr>
        <p:spPr>
          <a:xfrm>
            <a:off x="12247271" y="9758240"/>
            <a:ext cx="22438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37" name="TextBox 114"/>
          <p:cNvSpPr txBox="1"/>
          <p:nvPr/>
        </p:nvSpPr>
        <p:spPr>
          <a:xfrm>
            <a:off x="12524101" y="9750804"/>
            <a:ext cx="5102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&lt;P01&gt;</a:t>
            </a:r>
          </a:p>
        </p:txBody>
      </p:sp>
      <p:sp>
        <p:nvSpPr>
          <p:cNvPr id="38" name="Straight Connector 115"/>
          <p:cNvSpPr/>
          <p:nvPr/>
        </p:nvSpPr>
        <p:spPr>
          <a:xfrm>
            <a:off x="12237973" y="8270047"/>
            <a:ext cx="2636004" cy="1"/>
          </a:xfrm>
          <a:prstGeom prst="line">
            <a:avLst/>
          </a:prstGeom>
          <a:ln>
            <a:solidFill>
              <a:srgbClr val="BFBFBF"/>
            </a:solidFill>
          </a:ln>
        </p:spPr>
        <p:txBody>
          <a:bodyPr lIns="45719" rIns="45719"/>
          <a:lstStyle/>
          <a:p>
            <a:pPr/>
          </a:p>
        </p:txBody>
      </p:sp>
      <p:sp>
        <p:nvSpPr>
          <p:cNvPr id="39" name="Freeform 67"/>
          <p:cNvSpPr/>
          <p:nvPr/>
        </p:nvSpPr>
        <p:spPr>
          <a:xfrm>
            <a:off x="13962832" y="9310517"/>
            <a:ext cx="1" cy="108129"/>
          </a:xfrm>
          <a:prstGeom prst="line">
            <a:avLst/>
          </a:prstGeom>
          <a:ln>
            <a:solidFill>
              <a:srgbClr val="BFBFBF"/>
            </a:solidFill>
          </a:ln>
        </p:spPr>
        <p:txBody>
          <a:bodyPr lIns="45719" rIns="45719"/>
          <a:lstStyle/>
          <a:p>
            <a:pPr/>
          </a:p>
        </p:txBody>
      </p:sp>
      <p:sp>
        <p:nvSpPr>
          <p:cNvPr id="40" name="TextBox 117"/>
          <p:cNvSpPr txBox="1"/>
          <p:nvPr/>
        </p:nvSpPr>
        <p:spPr>
          <a:xfrm>
            <a:off x="13549307" y="7032755"/>
            <a:ext cx="1284186"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41" name="Rectangle 118"/>
          <p:cNvSpPr txBox="1"/>
          <p:nvPr/>
        </p:nvSpPr>
        <p:spPr>
          <a:xfrm>
            <a:off x="12292583" y="374374"/>
            <a:ext cx="252415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000">
                <a:latin typeface="Verdana (Body)"/>
                <a:ea typeface="Verdana (Body)"/>
                <a:cs typeface="Verdana (Body)"/>
                <a:sym typeface="Verdana (Body)"/>
              </a:defRPr>
            </a:lvl1pPr>
          </a:lstStyle>
          <a:p>
            <a:pPr/>
            <a:r>
              <a:t>COMMERCIAL MOBILE SERVICES</a:t>
            </a:r>
          </a:p>
        </p:txBody>
      </p:sp>
      <p:sp>
        <p:nvSpPr>
          <p:cNvPr id="42" name="Rectangle 3"/>
          <p:cNvSpPr/>
          <p:nvPr/>
        </p:nvSpPr>
        <p:spPr>
          <a:xfrm>
            <a:off x="0" y="1"/>
            <a:ext cx="15122525" cy="236990"/>
          </a:xfrm>
          <a:prstGeom prst="rect">
            <a:avLst/>
          </a:prstGeom>
          <a:solidFill>
            <a:srgbClr val="D91D49"/>
          </a:solidFill>
          <a:ln w="25400">
            <a:solidFill>
              <a:srgbClr val="D91D49"/>
            </a:solidFill>
          </a:ln>
        </p:spPr>
        <p:txBody>
          <a:bodyPr lIns="45719" rIns="45719" anchor="ctr"/>
          <a:lstStyle/>
          <a:p>
            <a:pPr algn="ctr">
              <a:defRPr sz="2400">
                <a:solidFill>
                  <a:srgbClr val="FFFFFF"/>
                </a:solidFill>
              </a:defRPr>
            </a:pPr>
          </a:p>
        </p:txBody>
      </p:sp>
      <p:sp>
        <p:nvSpPr>
          <p:cNvPr id="43" name="Freeform 47"/>
          <p:cNvSpPr/>
          <p:nvPr/>
        </p:nvSpPr>
        <p:spPr>
          <a:xfrm flipV="1">
            <a:off x="13531176" y="9183038"/>
            <a:ext cx="1" cy="124737"/>
          </a:xfrm>
          <a:prstGeom prst="line">
            <a:avLst/>
          </a:prstGeom>
          <a:ln>
            <a:solidFill>
              <a:srgbClr val="BFBFBF"/>
            </a:solidFill>
          </a:ln>
        </p:spPr>
        <p:txBody>
          <a:bodyPr lIns="45719" rIns="45719"/>
          <a:lstStyle/>
          <a:p>
            <a:pPr/>
          </a:p>
        </p:txBody>
      </p:sp>
      <p:sp>
        <p:nvSpPr>
          <p:cNvPr id="44" name="TextBox 52"/>
          <p:cNvSpPr txBox="1"/>
          <p:nvPr/>
        </p:nvSpPr>
        <p:spPr>
          <a:xfrm>
            <a:off x="12253914" y="7853044"/>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45" name="Straight Connector 53"/>
          <p:cNvSpPr/>
          <p:nvPr/>
        </p:nvSpPr>
        <p:spPr>
          <a:xfrm>
            <a:off x="12237973" y="7838000"/>
            <a:ext cx="2636004" cy="1"/>
          </a:xfrm>
          <a:prstGeom prst="line">
            <a:avLst/>
          </a:prstGeom>
          <a:ln>
            <a:solidFill>
              <a:srgbClr val="BFBFBF"/>
            </a:solidFill>
          </a:ln>
        </p:spPr>
        <p:txBody>
          <a:bodyPr lIns="45719" rIns="45719"/>
          <a:lstStyle/>
          <a:p>
            <a:pPr/>
          </a:p>
        </p:txBody>
      </p:sp>
      <p:sp>
        <p:nvSpPr>
          <p:cNvPr id="46" name="TextBox 5"/>
          <p:cNvSpPr txBox="1"/>
          <p:nvPr/>
        </p:nvSpPr>
        <p:spPr>
          <a:xfrm>
            <a:off x="63499" y="10507980"/>
            <a:ext cx="77311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defRPr>
            </a:lvl1pPr>
          </a:lstStyle>
          <a:p>
            <a:pPr/>
            <a:r>
              <a:t>[SEC=PROTECTED]</a:t>
            </a:r>
          </a:p>
        </p:txBody>
      </p:sp>
      <p:sp>
        <p:nvSpPr>
          <p:cNvPr id="47" name="Freeform: Shape 6"/>
          <p:cNvSpPr/>
          <p:nvPr/>
        </p:nvSpPr>
        <p:spPr>
          <a:xfrm>
            <a:off x="12537433" y="7031193"/>
            <a:ext cx="705486" cy="6648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9" rIns="45719"/>
          <a:lstStyle/>
          <a:p>
            <a:pPr/>
          </a:p>
        </p:txBody>
      </p:sp>
      <p:sp>
        <p:nvSpPr>
          <p:cNvPr id="48" name="TextBox 4"/>
          <p:cNvSpPr txBox="1"/>
          <p:nvPr/>
        </p:nvSpPr>
        <p:spPr>
          <a:xfrm>
            <a:off x="12233458" y="8514819"/>
            <a:ext cx="260096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&lt;&lt;ADDRESS&gt;&gt;</a:t>
            </a:r>
          </a:p>
        </p:txBody>
      </p:sp>
      <p:sp>
        <p:nvSpPr>
          <p:cNvPr id="49" name="TextBox 8"/>
          <p:cNvSpPr txBox="1"/>
          <p:nvPr/>
        </p:nvSpPr>
        <p:spPr>
          <a:xfrm>
            <a:off x="12239091" y="7990072"/>
            <a:ext cx="260096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&lt;&lt;STATION_NAME&gt;&gt;</a:t>
            </a:r>
          </a:p>
        </p:txBody>
      </p:sp>
      <p:sp>
        <p:nvSpPr>
          <p:cNvPr id="50" name="TextBox 9"/>
          <p:cNvSpPr txBox="1"/>
          <p:nvPr/>
        </p:nvSpPr>
        <p:spPr>
          <a:xfrm>
            <a:off x="13056406" y="9904169"/>
            <a:ext cx="177708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51" name="TextBox 12"/>
          <p:cNvSpPr txBox="1"/>
          <p:nvPr/>
        </p:nvSpPr>
        <p:spPr>
          <a:xfrm>
            <a:off x="12247271" y="9904169"/>
            <a:ext cx="22438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52" name="TextBox 13"/>
          <p:cNvSpPr txBox="1"/>
          <p:nvPr/>
        </p:nvSpPr>
        <p:spPr>
          <a:xfrm>
            <a:off x="12523355" y="9888435"/>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&lt;P02&gt;</a:t>
            </a:r>
          </a:p>
        </p:txBody>
      </p:sp>
      <p:sp>
        <p:nvSpPr>
          <p:cNvPr id="53" name="Freeform 62"/>
          <p:cNvSpPr/>
          <p:nvPr/>
        </p:nvSpPr>
        <p:spPr>
          <a:xfrm>
            <a:off x="12230100" y="702183"/>
            <a:ext cx="2646000" cy="1"/>
          </a:xfrm>
          <a:prstGeom prst="line">
            <a:avLst/>
          </a:prstGeom>
          <a:ln>
            <a:solidFill>
              <a:srgbClr val="000000"/>
            </a:solidFill>
          </a:ln>
        </p:spPr>
        <p:txBody>
          <a:bodyPr lIns="45719" rIns="45719"/>
          <a:lstStyle/>
          <a:p>
            <a:pPr/>
          </a:p>
        </p:txBody>
      </p:sp>
      <p:sp>
        <p:nvSpPr>
          <p:cNvPr id="54" name="Rectangle 22"/>
          <p:cNvSpPr txBox="1"/>
          <p:nvPr/>
        </p:nvSpPr>
        <p:spPr>
          <a:xfrm>
            <a:off x="12277791" y="832005"/>
            <a:ext cx="535693" cy="2024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800">
                <a:solidFill>
                  <a:srgbClr val="808080"/>
                </a:solidFill>
                <a:latin typeface="Arial"/>
                <a:ea typeface="Arial"/>
                <a:cs typeface="Arial"/>
                <a:sym typeface="Arial"/>
              </a:defRPr>
            </a:lvl1pPr>
          </a:lstStyle>
          <a:p>
            <a:pPr/>
            <a:r>
              <a:t>LEGEND</a:t>
            </a:r>
          </a:p>
        </p:txBody>
      </p:sp>
      <p:sp>
        <p:nvSpPr>
          <p:cNvPr id="55" name="TextBox 4"/>
          <p:cNvSpPr txBox="1"/>
          <p:nvPr/>
        </p:nvSpPr>
        <p:spPr>
          <a:xfrm>
            <a:off x="12339755" y="6688782"/>
            <a:ext cx="2522702"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RF SCHEMATICS</a:t>
            </a:r>
          </a:p>
        </p:txBody>
      </p:sp>
      <p:sp>
        <p:nvSpPr>
          <p:cNvPr id="56" name="TextBox 1"/>
          <p:cNvSpPr txBox="1"/>
          <p:nvPr/>
        </p:nvSpPr>
        <p:spPr>
          <a:xfrm>
            <a:off x="12275115" y="5244996"/>
            <a:ext cx="2538828" cy="1204725"/>
          </a:xfrm>
          <a:prstGeom prst="rect">
            <a:avLst/>
          </a:prstGeom>
          <a:ln>
            <a:solidFill>
              <a:srgbClr val="000000"/>
            </a:solidFill>
          </a:ln>
          <a:extLst>
            <a:ext uri="{C572A759-6A51-4108-AA02-DFA0A04FC94B}">
              <ma14:wrappingTextBoxFlag xmlns:ma14="http://schemas.microsoft.com/office/mac/drawingml/2011/main" val="1"/>
            </a:ext>
          </a:extLst>
        </p:spPr>
        <p:txBody>
          <a:bodyPr lIns="45719" rIns="45719">
            <a:spAutoFit/>
          </a:bodyPr>
          <a:lstStyle/>
          <a:p>
            <a:pPr>
              <a:defRPr b="1" sz="1400" u="sng"/>
            </a:pPr>
            <a:r>
              <a:t>NOTE: </a:t>
            </a:r>
            <a:br/>
            <a:r>
              <a:rPr b="0" u="none">
                <a:solidFill>
                  <a:srgbClr val="FF0000"/>
                </a:solidFill>
              </a:rPr>
              <a:t>LRN’s with all EiRP’s and all gLRN’s are FoH. LRN’s with only L1800 EiRP’s or no EiRP’s are BoH.</a:t>
            </a:r>
          </a:p>
        </p:txBody>
      </p:sp>
      <p:grpSp>
        <p:nvGrpSpPr>
          <p:cNvPr id="72" name="Group 36"/>
          <p:cNvGrpSpPr/>
          <p:nvPr/>
        </p:nvGrpSpPr>
        <p:grpSpPr>
          <a:xfrm>
            <a:off x="12277791" y="832005"/>
            <a:ext cx="2799014" cy="2693724"/>
            <a:chOff x="0" y="0"/>
            <a:chExt cx="2799013" cy="2693723"/>
          </a:xfrm>
        </p:grpSpPr>
        <p:sp>
          <p:nvSpPr>
            <p:cNvPr id="57" name="Rectangle 37"/>
            <p:cNvSpPr txBox="1"/>
            <p:nvPr/>
          </p:nvSpPr>
          <p:spPr>
            <a:xfrm>
              <a:off x="0" y="0"/>
              <a:ext cx="535693" cy="20241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800">
                  <a:solidFill>
                    <a:srgbClr val="808080"/>
                  </a:solidFill>
                  <a:latin typeface="Arial"/>
                  <a:ea typeface="Arial"/>
                  <a:cs typeface="Arial"/>
                  <a:sym typeface="Arial"/>
                </a:defRPr>
              </a:lvl1pPr>
            </a:lstStyle>
            <a:p>
              <a:pPr/>
              <a:r>
                <a:t>LEGEND</a:t>
              </a:r>
            </a:p>
          </p:txBody>
        </p:sp>
        <p:sp>
          <p:nvSpPr>
            <p:cNvPr id="58" name="Straight Connector 38"/>
            <p:cNvSpPr/>
            <p:nvPr/>
          </p:nvSpPr>
          <p:spPr>
            <a:xfrm>
              <a:off x="72002" y="356517"/>
              <a:ext cx="396045" cy="1"/>
            </a:xfrm>
            <a:prstGeom prst="line">
              <a:avLst/>
            </a:prstGeom>
            <a:noFill/>
            <a:ln w="57150" cap="flat">
              <a:solidFill>
                <a:srgbClr val="0000FF"/>
              </a:solidFill>
              <a:prstDash val="solid"/>
              <a:round/>
            </a:ln>
            <a:effectLst/>
          </p:spPr>
          <p:txBody>
            <a:bodyPr wrap="square" lIns="45719" tIns="45719" rIns="45719" bIns="45719" numCol="1" anchor="t">
              <a:noAutofit/>
            </a:bodyPr>
            <a:lstStyle/>
            <a:p>
              <a:pPr/>
            </a:p>
          </p:txBody>
        </p:sp>
        <p:sp>
          <p:nvSpPr>
            <p:cNvPr id="59" name="Straight Connector 39"/>
            <p:cNvSpPr/>
            <p:nvPr/>
          </p:nvSpPr>
          <p:spPr>
            <a:xfrm>
              <a:off x="72002" y="943845"/>
              <a:ext cx="396045" cy="1"/>
            </a:xfrm>
            <a:prstGeom prst="line">
              <a:avLst/>
            </a:prstGeom>
            <a:noFill/>
            <a:ln w="28575" cap="flat">
              <a:solidFill>
                <a:srgbClr val="FFFF00"/>
              </a:solidFill>
              <a:prstDash val="solid"/>
              <a:round/>
            </a:ln>
            <a:effectLst/>
          </p:spPr>
          <p:txBody>
            <a:bodyPr wrap="square" lIns="45719" tIns="45719" rIns="45719" bIns="45719" numCol="1" anchor="t">
              <a:noAutofit/>
            </a:bodyPr>
            <a:lstStyle/>
            <a:p>
              <a:pPr/>
            </a:p>
          </p:txBody>
        </p:sp>
        <p:pic>
          <p:nvPicPr>
            <p:cNvPr id="60" name="Picture 40" descr="Picture 40"/>
            <p:cNvPicPr>
              <a:picLocks noChangeAspect="1"/>
            </p:cNvPicPr>
            <p:nvPr/>
          </p:nvPicPr>
          <p:blipFill>
            <a:blip r:embed="rId2">
              <a:extLst/>
            </a:blip>
            <a:stretch>
              <a:fillRect/>
            </a:stretch>
          </p:blipFill>
          <p:spPr>
            <a:xfrm>
              <a:off x="72002" y="1189862"/>
              <a:ext cx="1223628" cy="127462"/>
            </a:xfrm>
            <a:prstGeom prst="rect">
              <a:avLst/>
            </a:prstGeom>
            <a:ln w="12700" cap="flat">
              <a:noFill/>
              <a:miter lim="400000"/>
            </a:ln>
            <a:effectLst/>
          </p:spPr>
        </p:pic>
        <p:pic>
          <p:nvPicPr>
            <p:cNvPr id="61" name="Picture 41" descr="Picture 41"/>
            <p:cNvPicPr>
              <a:picLocks noChangeAspect="1"/>
            </p:cNvPicPr>
            <p:nvPr/>
          </p:nvPicPr>
          <p:blipFill>
            <a:blip r:embed="rId3">
              <a:extLst/>
            </a:blip>
            <a:stretch>
              <a:fillRect/>
            </a:stretch>
          </p:blipFill>
          <p:spPr>
            <a:xfrm>
              <a:off x="72002" y="1374357"/>
              <a:ext cx="371498" cy="435125"/>
            </a:xfrm>
            <a:prstGeom prst="rect">
              <a:avLst/>
            </a:prstGeom>
            <a:ln w="12700" cap="flat">
              <a:noFill/>
              <a:miter lim="400000"/>
            </a:ln>
            <a:effectLst/>
          </p:spPr>
        </p:pic>
        <p:sp>
          <p:nvSpPr>
            <p:cNvPr id="62" name="TextBox 42"/>
            <p:cNvSpPr txBox="1"/>
            <p:nvPr/>
          </p:nvSpPr>
          <p:spPr>
            <a:xfrm>
              <a:off x="1313791" y="1453420"/>
              <a:ext cx="747525"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SOLiD LRN</a:t>
              </a:r>
            </a:p>
          </p:txBody>
        </p:sp>
        <p:sp>
          <p:nvSpPr>
            <p:cNvPr id="63" name="TextBox 43"/>
            <p:cNvSpPr txBox="1"/>
            <p:nvPr/>
          </p:nvSpPr>
          <p:spPr>
            <a:xfrm>
              <a:off x="1313791" y="1109577"/>
              <a:ext cx="776323"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SOLiD HCU</a:t>
              </a:r>
            </a:p>
          </p:txBody>
        </p:sp>
        <p:sp>
          <p:nvSpPr>
            <p:cNvPr id="64" name="TextBox 44"/>
            <p:cNvSpPr txBox="1"/>
            <p:nvPr/>
          </p:nvSpPr>
          <p:spPr>
            <a:xfrm>
              <a:off x="1313791" y="805346"/>
              <a:ext cx="795745"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Fibre Cable</a:t>
              </a:r>
            </a:p>
          </p:txBody>
        </p:sp>
        <p:sp>
          <p:nvSpPr>
            <p:cNvPr id="65" name="TextBox 45"/>
            <p:cNvSpPr txBox="1"/>
            <p:nvPr/>
          </p:nvSpPr>
          <p:spPr>
            <a:xfrm>
              <a:off x="1313791" y="218018"/>
              <a:ext cx="865768"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CAT6a Cable</a:t>
              </a:r>
            </a:p>
          </p:txBody>
        </p:sp>
        <p:pic>
          <p:nvPicPr>
            <p:cNvPr id="66" name="Picture 46" descr="Picture 46"/>
            <p:cNvPicPr>
              <a:picLocks noChangeAspect="1"/>
            </p:cNvPicPr>
            <p:nvPr/>
          </p:nvPicPr>
          <p:blipFill>
            <a:blip r:embed="rId4">
              <a:extLst/>
            </a:blip>
            <a:stretch>
              <a:fillRect/>
            </a:stretch>
          </p:blipFill>
          <p:spPr>
            <a:xfrm>
              <a:off x="120194" y="2281707"/>
              <a:ext cx="275113" cy="412017"/>
            </a:xfrm>
            <a:prstGeom prst="rect">
              <a:avLst/>
            </a:prstGeom>
            <a:ln w="12700" cap="flat">
              <a:noFill/>
              <a:miter lim="400000"/>
            </a:ln>
            <a:effectLst/>
          </p:spPr>
        </p:pic>
        <p:sp>
          <p:nvSpPr>
            <p:cNvPr id="67" name="TextBox 47"/>
            <p:cNvSpPr txBox="1"/>
            <p:nvPr/>
          </p:nvSpPr>
          <p:spPr>
            <a:xfrm>
              <a:off x="1313791" y="2349216"/>
              <a:ext cx="1485223"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200"/>
              </a:lvl1pPr>
            </a:lstStyle>
            <a:p>
              <a:pPr/>
              <a:r>
                <a:t>Omni Antenna</a:t>
              </a:r>
            </a:p>
          </p:txBody>
        </p:sp>
        <p:sp>
          <p:nvSpPr>
            <p:cNvPr id="68" name="Straight Connector 48"/>
            <p:cNvSpPr/>
            <p:nvPr/>
          </p:nvSpPr>
          <p:spPr>
            <a:xfrm>
              <a:off x="72002" y="653135"/>
              <a:ext cx="396045" cy="1"/>
            </a:xfrm>
            <a:prstGeom prst="line">
              <a:avLst/>
            </a:prstGeom>
            <a:noFill/>
            <a:ln w="57150" cap="flat">
              <a:solidFill>
                <a:srgbClr val="7030A0"/>
              </a:solidFill>
              <a:prstDash val="solid"/>
              <a:round/>
            </a:ln>
            <a:effectLst/>
          </p:spPr>
          <p:txBody>
            <a:bodyPr wrap="square" lIns="45719" tIns="45719" rIns="45719" bIns="45719" numCol="1" anchor="t">
              <a:noAutofit/>
            </a:bodyPr>
            <a:lstStyle/>
            <a:p>
              <a:pPr/>
            </a:p>
          </p:txBody>
        </p:sp>
        <p:sp>
          <p:nvSpPr>
            <p:cNvPr id="69" name="TextBox 49"/>
            <p:cNvSpPr txBox="1"/>
            <p:nvPr/>
          </p:nvSpPr>
          <p:spPr>
            <a:xfrm>
              <a:off x="1313791" y="508545"/>
              <a:ext cx="1126441" cy="24830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½” Coaxial Cable</a:t>
              </a:r>
            </a:p>
          </p:txBody>
        </p:sp>
        <p:pic>
          <p:nvPicPr>
            <p:cNvPr id="70" name="Picture 50" descr="Picture 50"/>
            <p:cNvPicPr>
              <a:picLocks noChangeAspect="1"/>
            </p:cNvPicPr>
            <p:nvPr/>
          </p:nvPicPr>
          <p:blipFill>
            <a:blip r:embed="rId5">
              <a:extLst/>
            </a:blip>
            <a:stretch>
              <a:fillRect/>
            </a:stretch>
          </p:blipFill>
          <p:spPr>
            <a:xfrm>
              <a:off x="120193" y="1854241"/>
              <a:ext cx="358444" cy="440943"/>
            </a:xfrm>
            <a:prstGeom prst="rect">
              <a:avLst/>
            </a:prstGeom>
            <a:ln w="12700" cap="flat">
              <a:noFill/>
              <a:miter lim="400000"/>
            </a:ln>
            <a:effectLst/>
          </p:spPr>
        </p:pic>
        <p:sp>
          <p:nvSpPr>
            <p:cNvPr id="71" name="TextBox 51"/>
            <p:cNvSpPr txBox="1"/>
            <p:nvPr/>
          </p:nvSpPr>
          <p:spPr>
            <a:xfrm>
              <a:off x="1313790" y="1923476"/>
              <a:ext cx="819260" cy="2483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200"/>
              </a:lvl1pPr>
            </a:lstStyle>
            <a:p>
              <a:pPr/>
              <a:r>
                <a:t>SOLiD gLRN</a:t>
              </a:r>
            </a:p>
          </p:txBody>
        </p:sp>
      </p:grpSp>
      <p:grpSp>
        <p:nvGrpSpPr>
          <p:cNvPr id="125" name="Group 35"/>
          <p:cNvGrpSpPr/>
          <p:nvPr/>
        </p:nvGrpSpPr>
        <p:grpSpPr>
          <a:xfrm>
            <a:off x="12292783" y="3636960"/>
            <a:ext cx="2517776" cy="1620839"/>
            <a:chOff x="0" y="0"/>
            <a:chExt cx="2517775" cy="1620837"/>
          </a:xfrm>
        </p:grpSpPr>
        <p:sp>
          <p:nvSpPr>
            <p:cNvPr id="73" name="Rectangle 66"/>
            <p:cNvSpPr/>
            <p:nvPr/>
          </p:nvSpPr>
          <p:spPr>
            <a:xfrm>
              <a:off x="0" y="0"/>
              <a:ext cx="2517775" cy="371475"/>
            </a:xfrm>
            <a:prstGeom prst="rect">
              <a:avLst/>
            </a:prstGeom>
            <a:solidFill>
              <a:srgbClr val="C6D8F0"/>
            </a:solidFill>
            <a:ln w="12700" cap="flat">
              <a:noFill/>
              <a:miter lim="400000"/>
            </a:ln>
            <a:effectLst/>
          </p:spPr>
          <p:txBody>
            <a:bodyPr wrap="square" lIns="45719" tIns="45719" rIns="45719" bIns="45719" numCol="1" anchor="t">
              <a:noAutofit/>
            </a:bodyPr>
            <a:lstStyle/>
            <a:p>
              <a:pPr/>
            </a:p>
          </p:txBody>
        </p:sp>
        <p:sp>
          <p:nvSpPr>
            <p:cNvPr id="74" name="Rectangle 67"/>
            <p:cNvSpPr/>
            <p:nvPr/>
          </p:nvSpPr>
          <p:spPr>
            <a:xfrm>
              <a:off x="0" y="0"/>
              <a:ext cx="2517775" cy="371475"/>
            </a:xfrm>
            <a:prstGeom prst="rect">
              <a:avLst/>
            </a:prstGeom>
            <a:noFill/>
            <a:ln w="12700" cap="rnd">
              <a:solidFill>
                <a:srgbClr val="173660"/>
              </a:solidFill>
              <a:prstDash val="solid"/>
              <a:round/>
            </a:ln>
            <a:effectLst/>
          </p:spPr>
          <p:txBody>
            <a:bodyPr wrap="square" lIns="45719" tIns="45719" rIns="45719" bIns="45719" numCol="1" anchor="t">
              <a:noAutofit/>
            </a:bodyPr>
            <a:lstStyle/>
            <a:p>
              <a:pPr/>
            </a:p>
          </p:txBody>
        </p:sp>
        <p:sp>
          <p:nvSpPr>
            <p:cNvPr id="75" name="Rectangle 68"/>
            <p:cNvSpPr txBox="1"/>
            <p:nvPr/>
          </p:nvSpPr>
          <p:spPr>
            <a:xfrm>
              <a:off x="82549" y="77787"/>
              <a:ext cx="1739015"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500">
                  <a:solidFill>
                    <a:srgbClr val="0F233E"/>
                  </a:solidFill>
                  <a:latin typeface="Arial"/>
                  <a:ea typeface="Arial"/>
                  <a:cs typeface="Arial"/>
                  <a:sym typeface="Arial"/>
                </a:defRPr>
              </a:lvl1pPr>
            </a:lstStyle>
            <a:p>
              <a:pPr/>
              <a:r>
                <a:t>Calculations Legend</a:t>
              </a:r>
            </a:p>
          </p:txBody>
        </p:sp>
        <p:sp>
          <p:nvSpPr>
            <p:cNvPr id="76" name="Rectangle 69"/>
            <p:cNvSpPr/>
            <p:nvPr/>
          </p:nvSpPr>
          <p:spPr>
            <a:xfrm>
              <a:off x="1587" y="363537"/>
              <a:ext cx="912813" cy="258763"/>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77" name="Rectangle 70"/>
            <p:cNvSpPr/>
            <p:nvPr/>
          </p:nvSpPr>
          <p:spPr>
            <a:xfrm>
              <a:off x="1587" y="363537"/>
              <a:ext cx="912813" cy="258763"/>
            </a:xfrm>
            <a:prstGeom prst="rect">
              <a:avLst/>
            </a:prstGeom>
            <a:noFill/>
            <a:ln w="12700" cap="rnd">
              <a:solidFill>
                <a:srgbClr val="002060"/>
              </a:solidFill>
              <a:prstDash val="solid"/>
              <a:round/>
            </a:ln>
            <a:effectLst/>
          </p:spPr>
          <p:txBody>
            <a:bodyPr wrap="square" lIns="45719" tIns="45719" rIns="45719" bIns="45719" numCol="1" anchor="t">
              <a:noAutofit/>
            </a:bodyPr>
            <a:lstStyle/>
            <a:p>
              <a:pPr/>
            </a:p>
          </p:txBody>
        </p:sp>
        <p:sp>
          <p:nvSpPr>
            <p:cNvPr id="78" name="Rectangle 71"/>
            <p:cNvSpPr/>
            <p:nvPr/>
          </p:nvSpPr>
          <p:spPr>
            <a:xfrm>
              <a:off x="781050" y="363537"/>
              <a:ext cx="1736726" cy="258763"/>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79" name="Rectangle 72"/>
            <p:cNvSpPr/>
            <p:nvPr/>
          </p:nvSpPr>
          <p:spPr>
            <a:xfrm>
              <a:off x="781050" y="363537"/>
              <a:ext cx="1736726" cy="258763"/>
            </a:xfrm>
            <a:prstGeom prst="rect">
              <a:avLst/>
            </a:prstGeom>
            <a:noFill/>
            <a:ln w="12700" cap="rnd">
              <a:solidFill>
                <a:srgbClr val="173660"/>
              </a:solidFill>
              <a:prstDash val="solid"/>
              <a:round/>
            </a:ln>
            <a:effectLst/>
          </p:spPr>
          <p:txBody>
            <a:bodyPr wrap="square" lIns="45719" tIns="45719" rIns="45719" bIns="45719" numCol="1" anchor="t">
              <a:noAutofit/>
            </a:bodyPr>
            <a:lstStyle/>
            <a:p>
              <a:pPr/>
            </a:p>
          </p:txBody>
        </p:sp>
        <p:sp>
          <p:nvSpPr>
            <p:cNvPr id="80" name="Rectangle 73"/>
            <p:cNvSpPr txBox="1"/>
            <p:nvPr/>
          </p:nvSpPr>
          <p:spPr>
            <a:xfrm>
              <a:off x="863600" y="404812"/>
              <a:ext cx="741214"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33CCCC"/>
                  </a:solidFill>
                  <a:latin typeface="Arial"/>
                  <a:ea typeface="Arial"/>
                  <a:cs typeface="Arial"/>
                  <a:sym typeface="Arial"/>
                </a:defRPr>
              </a:lvl1pPr>
            </a:lstStyle>
            <a:p>
              <a:pPr/>
              <a:r>
                <a:t>GSM1800 </a:t>
              </a:r>
            </a:p>
          </p:txBody>
        </p:sp>
        <p:sp>
          <p:nvSpPr>
            <p:cNvPr id="81" name="Rectangle 75"/>
            <p:cNvSpPr txBox="1"/>
            <p:nvPr/>
          </p:nvSpPr>
          <p:spPr>
            <a:xfrm>
              <a:off x="1587500" y="404812"/>
              <a:ext cx="127001"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33CCCC"/>
                  </a:solidFill>
                  <a:latin typeface="Arial"/>
                  <a:ea typeface="Arial"/>
                  <a:cs typeface="Arial"/>
                  <a:sym typeface="Arial"/>
                </a:defRPr>
              </a:lvl1pPr>
            </a:lstStyle>
            <a:p>
              <a:pPr/>
              <a:r>
                <a:t>-</a:t>
              </a:r>
            </a:p>
          </p:txBody>
        </p:sp>
        <p:sp>
          <p:nvSpPr>
            <p:cNvPr id="82" name="Rectangle 77"/>
            <p:cNvSpPr txBox="1"/>
            <p:nvPr/>
          </p:nvSpPr>
          <p:spPr>
            <a:xfrm>
              <a:off x="1638300" y="404812"/>
              <a:ext cx="127001"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33CCCC"/>
                  </a:solidFill>
                  <a:latin typeface="Arial"/>
                  <a:ea typeface="Arial"/>
                  <a:cs typeface="Arial"/>
                  <a:sym typeface="Arial"/>
                </a:defRPr>
              </a:lvl1pPr>
            </a:lstStyle>
            <a:p>
              <a:pPr/>
              <a:r>
                <a:t> </a:t>
              </a:r>
            </a:p>
          </p:txBody>
        </p:sp>
        <p:sp>
          <p:nvSpPr>
            <p:cNvPr id="83" name="Rectangle 78"/>
            <p:cNvSpPr txBox="1"/>
            <p:nvPr/>
          </p:nvSpPr>
          <p:spPr>
            <a:xfrm>
              <a:off x="1681162" y="404812"/>
              <a:ext cx="554808"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33CCCC"/>
                  </a:solidFill>
                  <a:latin typeface="Arial"/>
                  <a:ea typeface="Arial"/>
                  <a:cs typeface="Arial"/>
                  <a:sym typeface="Arial"/>
                </a:defRPr>
              </a:lvl1pPr>
            </a:lstStyle>
            <a:p>
              <a:pPr/>
              <a:r>
                <a:t>RX LEV</a:t>
              </a:r>
            </a:p>
          </p:txBody>
        </p:sp>
        <p:sp>
          <p:nvSpPr>
            <p:cNvPr id="84" name="Rectangle 79"/>
            <p:cNvSpPr txBox="1"/>
            <p:nvPr/>
          </p:nvSpPr>
          <p:spPr>
            <a:xfrm>
              <a:off x="269875" y="382587"/>
              <a:ext cx="404398"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500">
                  <a:solidFill>
                    <a:srgbClr val="33CCCC"/>
                  </a:solidFill>
                  <a:latin typeface="Arial"/>
                  <a:ea typeface="Arial"/>
                  <a:cs typeface="Arial"/>
                  <a:sym typeface="Arial"/>
                </a:defRPr>
              </a:lvl1pPr>
            </a:lstStyle>
            <a:p>
              <a:pPr/>
              <a:r>
                <a:t>dBm</a:t>
              </a:r>
            </a:p>
          </p:txBody>
        </p:sp>
        <p:sp>
          <p:nvSpPr>
            <p:cNvPr id="85" name="Rectangle 80"/>
            <p:cNvSpPr/>
            <p:nvPr/>
          </p:nvSpPr>
          <p:spPr>
            <a:xfrm>
              <a:off x="1587" y="885825"/>
              <a:ext cx="912813" cy="244476"/>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86" name="Rectangle 81"/>
            <p:cNvSpPr/>
            <p:nvPr/>
          </p:nvSpPr>
          <p:spPr>
            <a:xfrm>
              <a:off x="1587" y="885825"/>
              <a:ext cx="912813" cy="244476"/>
            </a:xfrm>
            <a:prstGeom prst="rect">
              <a:avLst/>
            </a:prstGeom>
            <a:noFill/>
            <a:ln w="12700" cap="rnd">
              <a:solidFill>
                <a:srgbClr val="002060"/>
              </a:solidFill>
              <a:prstDash val="solid"/>
              <a:round/>
            </a:ln>
            <a:effectLst/>
          </p:spPr>
          <p:txBody>
            <a:bodyPr wrap="square" lIns="45719" tIns="45719" rIns="45719" bIns="45719" numCol="1" anchor="t">
              <a:noAutofit/>
            </a:bodyPr>
            <a:lstStyle/>
            <a:p>
              <a:pPr/>
            </a:p>
          </p:txBody>
        </p:sp>
        <p:sp>
          <p:nvSpPr>
            <p:cNvPr id="87" name="Rectangle 82"/>
            <p:cNvSpPr/>
            <p:nvPr/>
          </p:nvSpPr>
          <p:spPr>
            <a:xfrm>
              <a:off x="781050" y="885825"/>
              <a:ext cx="1736726" cy="244476"/>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88" name="Rectangle 83"/>
            <p:cNvSpPr/>
            <p:nvPr/>
          </p:nvSpPr>
          <p:spPr>
            <a:xfrm>
              <a:off x="781050" y="885825"/>
              <a:ext cx="1736726" cy="244476"/>
            </a:xfrm>
            <a:prstGeom prst="rect">
              <a:avLst/>
            </a:prstGeom>
            <a:noFill/>
            <a:ln w="12700" cap="rnd">
              <a:solidFill>
                <a:srgbClr val="173660"/>
              </a:solidFill>
              <a:prstDash val="solid"/>
              <a:round/>
            </a:ln>
            <a:effectLst/>
          </p:spPr>
          <p:txBody>
            <a:bodyPr wrap="square" lIns="45719" tIns="45719" rIns="45719" bIns="45719" numCol="1" anchor="t">
              <a:noAutofit/>
            </a:bodyPr>
            <a:lstStyle/>
            <a:p>
              <a:pPr/>
            </a:p>
          </p:txBody>
        </p:sp>
        <p:sp>
          <p:nvSpPr>
            <p:cNvPr id="89" name="Rectangle 84"/>
            <p:cNvSpPr txBox="1"/>
            <p:nvPr/>
          </p:nvSpPr>
          <p:spPr>
            <a:xfrm>
              <a:off x="863600" y="917575"/>
              <a:ext cx="662261"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FFC000"/>
                  </a:solidFill>
                  <a:latin typeface="Arial"/>
                  <a:ea typeface="Arial"/>
                  <a:cs typeface="Arial"/>
                  <a:sym typeface="Arial"/>
                </a:defRPr>
              </a:lvl1pPr>
            </a:lstStyle>
            <a:p>
              <a:pPr/>
              <a:r>
                <a:t>LTE2100 </a:t>
              </a:r>
            </a:p>
          </p:txBody>
        </p:sp>
        <p:sp>
          <p:nvSpPr>
            <p:cNvPr id="90" name="Rectangle 85"/>
            <p:cNvSpPr txBox="1"/>
            <p:nvPr/>
          </p:nvSpPr>
          <p:spPr>
            <a:xfrm>
              <a:off x="1520825" y="917575"/>
              <a:ext cx="127001"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FFC000"/>
                  </a:solidFill>
                  <a:latin typeface="Arial"/>
                  <a:ea typeface="Arial"/>
                  <a:cs typeface="Arial"/>
                  <a:sym typeface="Arial"/>
                </a:defRPr>
              </a:lvl1pPr>
            </a:lstStyle>
            <a:p>
              <a:pPr/>
              <a:r>
                <a:t>-</a:t>
              </a:r>
            </a:p>
          </p:txBody>
        </p:sp>
        <p:sp>
          <p:nvSpPr>
            <p:cNvPr id="91" name="Rectangle 86"/>
            <p:cNvSpPr txBox="1"/>
            <p:nvPr/>
          </p:nvSpPr>
          <p:spPr>
            <a:xfrm>
              <a:off x="1571625" y="917575"/>
              <a:ext cx="127001"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FFC000"/>
                  </a:solidFill>
                  <a:latin typeface="Arial"/>
                  <a:ea typeface="Arial"/>
                  <a:cs typeface="Arial"/>
                  <a:sym typeface="Arial"/>
                </a:defRPr>
              </a:lvl1pPr>
            </a:lstStyle>
            <a:p>
              <a:pPr/>
              <a:r>
                <a:t> </a:t>
              </a:r>
            </a:p>
          </p:txBody>
        </p:sp>
        <p:sp>
          <p:nvSpPr>
            <p:cNvPr id="92" name="Rectangle 87"/>
            <p:cNvSpPr txBox="1"/>
            <p:nvPr/>
          </p:nvSpPr>
          <p:spPr>
            <a:xfrm>
              <a:off x="1612900" y="917575"/>
              <a:ext cx="436117"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FFC000"/>
                  </a:solidFill>
                  <a:latin typeface="Arial"/>
                  <a:ea typeface="Arial"/>
                  <a:cs typeface="Arial"/>
                  <a:sym typeface="Arial"/>
                </a:defRPr>
              </a:lvl1pPr>
            </a:lstStyle>
            <a:p>
              <a:pPr/>
              <a:r>
                <a:t>RSRP</a:t>
              </a:r>
            </a:p>
          </p:txBody>
        </p:sp>
        <p:sp>
          <p:nvSpPr>
            <p:cNvPr id="93" name="Rectangle 88"/>
            <p:cNvSpPr txBox="1"/>
            <p:nvPr/>
          </p:nvSpPr>
          <p:spPr>
            <a:xfrm>
              <a:off x="269875" y="912812"/>
              <a:ext cx="404398"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500">
                  <a:solidFill>
                    <a:srgbClr val="FFC000"/>
                  </a:solidFill>
                  <a:latin typeface="Arial"/>
                  <a:ea typeface="Arial"/>
                  <a:cs typeface="Arial"/>
                  <a:sym typeface="Arial"/>
                </a:defRPr>
              </a:lvl1pPr>
            </a:lstStyle>
            <a:p>
              <a:pPr/>
              <a:r>
                <a:t>dBm</a:t>
              </a:r>
            </a:p>
          </p:txBody>
        </p:sp>
        <p:sp>
          <p:nvSpPr>
            <p:cNvPr id="94" name="Rectangle 89"/>
            <p:cNvSpPr/>
            <p:nvPr/>
          </p:nvSpPr>
          <p:spPr>
            <a:xfrm>
              <a:off x="1587" y="625475"/>
              <a:ext cx="912813" cy="258763"/>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95" name="Rectangle 90"/>
            <p:cNvSpPr/>
            <p:nvPr/>
          </p:nvSpPr>
          <p:spPr>
            <a:xfrm>
              <a:off x="1587" y="625475"/>
              <a:ext cx="912813" cy="258763"/>
            </a:xfrm>
            <a:prstGeom prst="rect">
              <a:avLst/>
            </a:prstGeom>
            <a:noFill/>
            <a:ln w="12700" cap="rnd">
              <a:solidFill>
                <a:srgbClr val="002060"/>
              </a:solidFill>
              <a:prstDash val="solid"/>
              <a:round/>
            </a:ln>
            <a:effectLst/>
          </p:spPr>
          <p:txBody>
            <a:bodyPr wrap="square" lIns="45719" tIns="45719" rIns="45719" bIns="45719" numCol="1" anchor="t">
              <a:noAutofit/>
            </a:bodyPr>
            <a:lstStyle/>
            <a:p>
              <a:pPr/>
            </a:p>
          </p:txBody>
        </p:sp>
        <p:sp>
          <p:nvSpPr>
            <p:cNvPr id="96" name="Rectangle 91"/>
            <p:cNvSpPr/>
            <p:nvPr/>
          </p:nvSpPr>
          <p:spPr>
            <a:xfrm>
              <a:off x="781050" y="625475"/>
              <a:ext cx="1736726" cy="258763"/>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97" name="Rectangle 92"/>
            <p:cNvSpPr/>
            <p:nvPr/>
          </p:nvSpPr>
          <p:spPr>
            <a:xfrm>
              <a:off x="781050" y="625475"/>
              <a:ext cx="1736726" cy="258763"/>
            </a:xfrm>
            <a:prstGeom prst="rect">
              <a:avLst/>
            </a:prstGeom>
            <a:noFill/>
            <a:ln w="12700" cap="rnd">
              <a:solidFill>
                <a:srgbClr val="173660"/>
              </a:solidFill>
              <a:prstDash val="solid"/>
              <a:round/>
            </a:ln>
            <a:effectLst/>
          </p:spPr>
          <p:txBody>
            <a:bodyPr wrap="square" lIns="45719" tIns="45719" rIns="45719" bIns="45719" numCol="1" anchor="t">
              <a:noAutofit/>
            </a:bodyPr>
            <a:lstStyle/>
            <a:p>
              <a:pPr/>
            </a:p>
          </p:txBody>
        </p:sp>
        <p:sp>
          <p:nvSpPr>
            <p:cNvPr id="98" name="Rectangle 93"/>
            <p:cNvSpPr txBox="1"/>
            <p:nvPr/>
          </p:nvSpPr>
          <p:spPr>
            <a:xfrm>
              <a:off x="863600" y="663575"/>
              <a:ext cx="662261"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201BF1"/>
                  </a:solidFill>
                  <a:latin typeface="Arial"/>
                  <a:ea typeface="Arial"/>
                  <a:cs typeface="Arial"/>
                  <a:sym typeface="Arial"/>
                </a:defRPr>
              </a:lvl1pPr>
            </a:lstStyle>
            <a:p>
              <a:pPr/>
              <a:r>
                <a:t>LTE1800 </a:t>
              </a:r>
            </a:p>
          </p:txBody>
        </p:sp>
        <p:sp>
          <p:nvSpPr>
            <p:cNvPr id="99" name="Rectangle 94"/>
            <p:cNvSpPr txBox="1"/>
            <p:nvPr/>
          </p:nvSpPr>
          <p:spPr>
            <a:xfrm>
              <a:off x="1520825" y="663575"/>
              <a:ext cx="127001"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201BF1"/>
                  </a:solidFill>
                  <a:latin typeface="Arial"/>
                  <a:ea typeface="Arial"/>
                  <a:cs typeface="Arial"/>
                  <a:sym typeface="Arial"/>
                </a:defRPr>
              </a:lvl1pPr>
            </a:lstStyle>
            <a:p>
              <a:pPr/>
              <a:r>
                <a:t>-</a:t>
              </a:r>
            </a:p>
          </p:txBody>
        </p:sp>
        <p:sp>
          <p:nvSpPr>
            <p:cNvPr id="100" name="Rectangle 95"/>
            <p:cNvSpPr txBox="1"/>
            <p:nvPr/>
          </p:nvSpPr>
          <p:spPr>
            <a:xfrm>
              <a:off x="1571625" y="663575"/>
              <a:ext cx="127001"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201BF1"/>
                  </a:solidFill>
                  <a:latin typeface="Arial"/>
                  <a:ea typeface="Arial"/>
                  <a:cs typeface="Arial"/>
                  <a:sym typeface="Arial"/>
                </a:defRPr>
              </a:lvl1pPr>
            </a:lstStyle>
            <a:p>
              <a:pPr/>
              <a:r>
                <a:t> </a:t>
              </a:r>
            </a:p>
          </p:txBody>
        </p:sp>
        <p:sp>
          <p:nvSpPr>
            <p:cNvPr id="101" name="Rectangle 96"/>
            <p:cNvSpPr txBox="1"/>
            <p:nvPr/>
          </p:nvSpPr>
          <p:spPr>
            <a:xfrm>
              <a:off x="1612900" y="663575"/>
              <a:ext cx="436117"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201BF1"/>
                  </a:solidFill>
                  <a:latin typeface="Arial"/>
                  <a:ea typeface="Arial"/>
                  <a:cs typeface="Arial"/>
                  <a:sym typeface="Arial"/>
                </a:defRPr>
              </a:lvl1pPr>
            </a:lstStyle>
            <a:p>
              <a:pPr/>
              <a:r>
                <a:t>RSRP</a:t>
              </a:r>
            </a:p>
          </p:txBody>
        </p:sp>
        <p:sp>
          <p:nvSpPr>
            <p:cNvPr id="102" name="Rectangle 97"/>
            <p:cNvSpPr txBox="1"/>
            <p:nvPr/>
          </p:nvSpPr>
          <p:spPr>
            <a:xfrm>
              <a:off x="269875" y="646112"/>
              <a:ext cx="404398"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500">
                  <a:solidFill>
                    <a:srgbClr val="201BF1"/>
                  </a:solidFill>
                  <a:latin typeface="Arial"/>
                  <a:ea typeface="Arial"/>
                  <a:cs typeface="Arial"/>
                  <a:sym typeface="Arial"/>
                </a:defRPr>
              </a:lvl1pPr>
            </a:lstStyle>
            <a:p>
              <a:pPr/>
              <a:r>
                <a:t>dBm</a:t>
              </a:r>
            </a:p>
          </p:txBody>
        </p:sp>
        <p:sp>
          <p:nvSpPr>
            <p:cNvPr id="103" name="Rectangle 98"/>
            <p:cNvSpPr/>
            <p:nvPr/>
          </p:nvSpPr>
          <p:spPr>
            <a:xfrm>
              <a:off x="1587" y="1133475"/>
              <a:ext cx="912813" cy="244476"/>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104" name="Rectangle 99"/>
            <p:cNvSpPr/>
            <p:nvPr/>
          </p:nvSpPr>
          <p:spPr>
            <a:xfrm>
              <a:off x="1587" y="1133475"/>
              <a:ext cx="912813" cy="244476"/>
            </a:xfrm>
            <a:prstGeom prst="rect">
              <a:avLst/>
            </a:prstGeom>
            <a:noFill/>
            <a:ln w="12700" cap="rnd">
              <a:solidFill>
                <a:srgbClr val="002060"/>
              </a:solidFill>
              <a:prstDash val="solid"/>
              <a:round/>
            </a:ln>
            <a:effectLst/>
          </p:spPr>
          <p:txBody>
            <a:bodyPr wrap="square" lIns="45719" tIns="45719" rIns="45719" bIns="45719" numCol="1" anchor="t">
              <a:noAutofit/>
            </a:bodyPr>
            <a:lstStyle/>
            <a:p>
              <a:pPr/>
            </a:p>
          </p:txBody>
        </p:sp>
        <p:sp>
          <p:nvSpPr>
            <p:cNvPr id="105" name="Rectangle 100"/>
            <p:cNvSpPr/>
            <p:nvPr/>
          </p:nvSpPr>
          <p:spPr>
            <a:xfrm>
              <a:off x="781050" y="1133475"/>
              <a:ext cx="1736726" cy="244476"/>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106" name="Rectangle 101"/>
            <p:cNvSpPr/>
            <p:nvPr/>
          </p:nvSpPr>
          <p:spPr>
            <a:xfrm>
              <a:off x="781050" y="1133475"/>
              <a:ext cx="1736726" cy="244476"/>
            </a:xfrm>
            <a:prstGeom prst="rect">
              <a:avLst/>
            </a:prstGeom>
            <a:noFill/>
            <a:ln w="12700" cap="rnd">
              <a:solidFill>
                <a:srgbClr val="173660"/>
              </a:solidFill>
              <a:prstDash val="solid"/>
              <a:round/>
            </a:ln>
            <a:effectLst/>
          </p:spPr>
          <p:txBody>
            <a:bodyPr wrap="square" lIns="45719" tIns="45719" rIns="45719" bIns="45719" numCol="1" anchor="t">
              <a:noAutofit/>
            </a:bodyPr>
            <a:lstStyle/>
            <a:p>
              <a:pPr/>
            </a:p>
          </p:txBody>
        </p:sp>
        <p:sp>
          <p:nvSpPr>
            <p:cNvPr id="107" name="Rectangle 102"/>
            <p:cNvSpPr txBox="1"/>
            <p:nvPr/>
          </p:nvSpPr>
          <p:spPr>
            <a:xfrm>
              <a:off x="863600" y="1165225"/>
              <a:ext cx="365647"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7F7F7F"/>
                  </a:solidFill>
                  <a:latin typeface="Arial"/>
                  <a:ea typeface="Arial"/>
                  <a:cs typeface="Arial"/>
                  <a:sym typeface="Arial"/>
                </a:defRPr>
              </a:lvl1pPr>
            </a:lstStyle>
            <a:p>
              <a:pPr/>
              <a:r>
                <a:t>LTE2</a:t>
              </a:r>
            </a:p>
          </p:txBody>
        </p:sp>
        <p:sp>
          <p:nvSpPr>
            <p:cNvPr id="108" name="Rectangle 103"/>
            <p:cNvSpPr txBox="1"/>
            <p:nvPr/>
          </p:nvSpPr>
          <p:spPr>
            <a:xfrm>
              <a:off x="1225550" y="1165225"/>
              <a:ext cx="127001"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7F7F7F"/>
                  </a:solidFill>
                  <a:latin typeface="Arial"/>
                  <a:ea typeface="Arial"/>
                  <a:cs typeface="Arial"/>
                  <a:sym typeface="Arial"/>
                </a:defRPr>
              </a:lvl1pPr>
            </a:lstStyle>
            <a:p>
              <a:pPr/>
              <a:r>
                <a:t>6</a:t>
              </a:r>
            </a:p>
          </p:txBody>
        </p:sp>
        <p:sp>
          <p:nvSpPr>
            <p:cNvPr id="109" name="Rectangle 104"/>
            <p:cNvSpPr txBox="1"/>
            <p:nvPr/>
          </p:nvSpPr>
          <p:spPr>
            <a:xfrm>
              <a:off x="1309687" y="1165225"/>
              <a:ext cx="224558"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7F7F7F"/>
                  </a:solidFill>
                  <a:latin typeface="Arial"/>
                  <a:ea typeface="Arial"/>
                  <a:cs typeface="Arial"/>
                  <a:sym typeface="Arial"/>
                </a:defRPr>
              </a:lvl1pPr>
            </a:lstStyle>
            <a:p>
              <a:pPr/>
              <a:r>
                <a:t>00 </a:t>
              </a:r>
            </a:p>
          </p:txBody>
        </p:sp>
        <p:sp>
          <p:nvSpPr>
            <p:cNvPr id="110" name="Rectangle 105"/>
            <p:cNvSpPr txBox="1"/>
            <p:nvPr/>
          </p:nvSpPr>
          <p:spPr>
            <a:xfrm>
              <a:off x="1520825" y="1165225"/>
              <a:ext cx="127001"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7F7F7F"/>
                  </a:solidFill>
                  <a:latin typeface="Arial"/>
                  <a:ea typeface="Arial"/>
                  <a:cs typeface="Arial"/>
                  <a:sym typeface="Arial"/>
                </a:defRPr>
              </a:lvl1pPr>
            </a:lstStyle>
            <a:p>
              <a:pPr/>
              <a:r>
                <a:t>-</a:t>
              </a:r>
            </a:p>
          </p:txBody>
        </p:sp>
        <p:sp>
          <p:nvSpPr>
            <p:cNvPr id="111" name="Rectangle 106"/>
            <p:cNvSpPr txBox="1"/>
            <p:nvPr/>
          </p:nvSpPr>
          <p:spPr>
            <a:xfrm>
              <a:off x="1571625" y="1165225"/>
              <a:ext cx="127001"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7F7F7F"/>
                  </a:solidFill>
                  <a:latin typeface="Arial"/>
                  <a:ea typeface="Arial"/>
                  <a:cs typeface="Arial"/>
                  <a:sym typeface="Arial"/>
                </a:defRPr>
              </a:lvl1pPr>
            </a:lstStyle>
            <a:p>
              <a:pPr/>
              <a:r>
                <a:t> </a:t>
              </a:r>
            </a:p>
          </p:txBody>
        </p:sp>
        <p:sp>
          <p:nvSpPr>
            <p:cNvPr id="112" name="Rectangle 107"/>
            <p:cNvSpPr txBox="1"/>
            <p:nvPr/>
          </p:nvSpPr>
          <p:spPr>
            <a:xfrm>
              <a:off x="1612900" y="1165225"/>
              <a:ext cx="436117"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7F7F7F"/>
                  </a:solidFill>
                  <a:latin typeface="Arial"/>
                  <a:ea typeface="Arial"/>
                  <a:cs typeface="Arial"/>
                  <a:sym typeface="Arial"/>
                </a:defRPr>
              </a:lvl1pPr>
            </a:lstStyle>
            <a:p>
              <a:pPr/>
              <a:r>
                <a:t>RSRP</a:t>
              </a:r>
            </a:p>
          </p:txBody>
        </p:sp>
        <p:sp>
          <p:nvSpPr>
            <p:cNvPr id="113" name="Rectangle 108"/>
            <p:cNvSpPr txBox="1"/>
            <p:nvPr/>
          </p:nvSpPr>
          <p:spPr>
            <a:xfrm>
              <a:off x="269875" y="1149350"/>
              <a:ext cx="404398"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500">
                  <a:solidFill>
                    <a:srgbClr val="7F7F7F"/>
                  </a:solidFill>
                  <a:latin typeface="Arial"/>
                  <a:ea typeface="Arial"/>
                  <a:cs typeface="Arial"/>
                  <a:sym typeface="Arial"/>
                </a:defRPr>
              </a:lvl1pPr>
            </a:lstStyle>
            <a:p>
              <a:pPr/>
              <a:r>
                <a:t>dBm</a:t>
              </a:r>
            </a:p>
          </p:txBody>
        </p:sp>
        <p:sp>
          <p:nvSpPr>
            <p:cNvPr id="114" name="Rectangle 109"/>
            <p:cNvSpPr/>
            <p:nvPr/>
          </p:nvSpPr>
          <p:spPr>
            <a:xfrm>
              <a:off x="1587" y="1376362"/>
              <a:ext cx="912813" cy="244476"/>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115" name="Rectangle 110"/>
            <p:cNvSpPr/>
            <p:nvPr/>
          </p:nvSpPr>
          <p:spPr>
            <a:xfrm>
              <a:off x="1587" y="1376362"/>
              <a:ext cx="912813" cy="244476"/>
            </a:xfrm>
            <a:prstGeom prst="rect">
              <a:avLst/>
            </a:prstGeom>
            <a:noFill/>
            <a:ln w="12700" cap="rnd">
              <a:solidFill>
                <a:srgbClr val="002060"/>
              </a:solidFill>
              <a:prstDash val="solid"/>
              <a:round/>
            </a:ln>
            <a:effectLst/>
          </p:spPr>
          <p:txBody>
            <a:bodyPr wrap="square" lIns="45719" tIns="45719" rIns="45719" bIns="45719" numCol="1" anchor="t">
              <a:noAutofit/>
            </a:bodyPr>
            <a:lstStyle/>
            <a:p>
              <a:pPr/>
            </a:p>
          </p:txBody>
        </p:sp>
        <p:sp>
          <p:nvSpPr>
            <p:cNvPr id="116" name="Rectangle 111"/>
            <p:cNvSpPr/>
            <p:nvPr/>
          </p:nvSpPr>
          <p:spPr>
            <a:xfrm>
              <a:off x="781050" y="1376362"/>
              <a:ext cx="1736726" cy="244476"/>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117" name="Rectangle 112"/>
            <p:cNvSpPr/>
            <p:nvPr/>
          </p:nvSpPr>
          <p:spPr>
            <a:xfrm>
              <a:off x="781050" y="1376362"/>
              <a:ext cx="1736726" cy="244476"/>
            </a:xfrm>
            <a:prstGeom prst="rect">
              <a:avLst/>
            </a:prstGeom>
            <a:noFill/>
            <a:ln w="12700" cap="rnd">
              <a:solidFill>
                <a:srgbClr val="173660"/>
              </a:solidFill>
              <a:prstDash val="solid"/>
              <a:round/>
            </a:ln>
            <a:effectLst/>
          </p:spPr>
          <p:txBody>
            <a:bodyPr wrap="square" lIns="45719" tIns="45719" rIns="45719" bIns="45719" numCol="1" anchor="t">
              <a:noAutofit/>
            </a:bodyPr>
            <a:lstStyle/>
            <a:p>
              <a:pPr/>
            </a:p>
          </p:txBody>
        </p:sp>
        <p:sp>
          <p:nvSpPr>
            <p:cNvPr id="118" name="Rectangle 113"/>
            <p:cNvSpPr txBox="1"/>
            <p:nvPr/>
          </p:nvSpPr>
          <p:spPr>
            <a:xfrm>
              <a:off x="863600" y="1408112"/>
              <a:ext cx="597372"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EA700D"/>
                  </a:solidFill>
                  <a:latin typeface="Arial"/>
                  <a:ea typeface="Arial"/>
                  <a:cs typeface="Arial"/>
                  <a:sym typeface="Arial"/>
                </a:defRPr>
              </a:lvl1pPr>
            </a:lstStyle>
            <a:p>
              <a:pPr/>
              <a:r>
                <a:t>5G3500 </a:t>
              </a:r>
            </a:p>
          </p:txBody>
        </p:sp>
        <p:sp>
          <p:nvSpPr>
            <p:cNvPr id="119" name="Rectangle 114"/>
            <p:cNvSpPr txBox="1"/>
            <p:nvPr/>
          </p:nvSpPr>
          <p:spPr>
            <a:xfrm>
              <a:off x="1444625" y="1408112"/>
              <a:ext cx="12700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EA700D"/>
                  </a:solidFill>
                  <a:latin typeface="Arial"/>
                  <a:ea typeface="Arial"/>
                  <a:cs typeface="Arial"/>
                  <a:sym typeface="Arial"/>
                </a:defRPr>
              </a:lvl1pPr>
            </a:lstStyle>
            <a:p>
              <a:pPr/>
              <a:r>
                <a:t>-</a:t>
              </a:r>
            </a:p>
          </p:txBody>
        </p:sp>
        <p:sp>
          <p:nvSpPr>
            <p:cNvPr id="120" name="Rectangle 115"/>
            <p:cNvSpPr txBox="1"/>
            <p:nvPr/>
          </p:nvSpPr>
          <p:spPr>
            <a:xfrm>
              <a:off x="1495425" y="1408112"/>
              <a:ext cx="12700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EA700D"/>
                  </a:solidFill>
                  <a:latin typeface="Arial"/>
                  <a:ea typeface="Arial"/>
                  <a:cs typeface="Arial"/>
                  <a:sym typeface="Arial"/>
                </a:defRPr>
              </a:lvl1pPr>
            </a:lstStyle>
            <a:p>
              <a:pPr/>
              <a:r>
                <a:t> </a:t>
              </a:r>
            </a:p>
          </p:txBody>
        </p:sp>
        <p:sp>
          <p:nvSpPr>
            <p:cNvPr id="121" name="Rectangle 116"/>
            <p:cNvSpPr txBox="1"/>
            <p:nvPr/>
          </p:nvSpPr>
          <p:spPr>
            <a:xfrm>
              <a:off x="1538287" y="1408112"/>
              <a:ext cx="21600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EA700D"/>
                  </a:solidFill>
                  <a:latin typeface="Arial"/>
                  <a:ea typeface="Arial"/>
                  <a:cs typeface="Arial"/>
                  <a:sym typeface="Arial"/>
                </a:defRPr>
              </a:lvl1pPr>
            </a:lstStyle>
            <a:p>
              <a:pPr/>
              <a:r>
                <a:t>SS</a:t>
              </a:r>
            </a:p>
          </p:txBody>
        </p:sp>
        <p:sp>
          <p:nvSpPr>
            <p:cNvPr id="122" name="Rectangle 117"/>
            <p:cNvSpPr txBox="1"/>
            <p:nvPr/>
          </p:nvSpPr>
          <p:spPr>
            <a:xfrm>
              <a:off x="1739900" y="1408112"/>
              <a:ext cx="12700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EA700D"/>
                  </a:solidFill>
                  <a:latin typeface="Arial"/>
                  <a:ea typeface="Arial"/>
                  <a:cs typeface="Arial"/>
                  <a:sym typeface="Arial"/>
                </a:defRPr>
              </a:lvl1pPr>
            </a:lstStyle>
            <a:p>
              <a:pPr/>
              <a:r>
                <a:t>-</a:t>
              </a:r>
            </a:p>
          </p:txBody>
        </p:sp>
        <p:sp>
          <p:nvSpPr>
            <p:cNvPr id="123" name="Rectangle 118"/>
            <p:cNvSpPr txBox="1"/>
            <p:nvPr/>
          </p:nvSpPr>
          <p:spPr>
            <a:xfrm>
              <a:off x="1790700" y="1408112"/>
              <a:ext cx="436117"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200">
                  <a:solidFill>
                    <a:srgbClr val="EA700D"/>
                  </a:solidFill>
                  <a:latin typeface="Arial"/>
                  <a:ea typeface="Arial"/>
                  <a:cs typeface="Arial"/>
                  <a:sym typeface="Arial"/>
                </a:defRPr>
              </a:lvl1pPr>
            </a:lstStyle>
            <a:p>
              <a:pPr/>
              <a:r>
                <a:t>RSRP</a:t>
              </a:r>
            </a:p>
          </p:txBody>
        </p:sp>
        <p:sp>
          <p:nvSpPr>
            <p:cNvPr id="124" name="Rectangle 119"/>
            <p:cNvSpPr txBox="1"/>
            <p:nvPr/>
          </p:nvSpPr>
          <p:spPr>
            <a:xfrm>
              <a:off x="269875" y="1389062"/>
              <a:ext cx="404398"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0" tIns="0" rIns="0" bIns="0" numCol="1" anchor="t">
              <a:spAutoFit/>
            </a:bodyPr>
            <a:lstStyle>
              <a:lvl1pPr defTabSz="914400">
                <a:defRPr sz="1500">
                  <a:solidFill>
                    <a:srgbClr val="EA700D"/>
                  </a:solidFill>
                  <a:latin typeface="Arial"/>
                  <a:ea typeface="Arial"/>
                  <a:cs typeface="Arial"/>
                  <a:sym typeface="Arial"/>
                </a:defRPr>
              </a:lvl1pPr>
            </a:lstStyle>
            <a:p>
              <a:pPr/>
              <a:r>
                <a:t>dBm</a:t>
              </a:r>
            </a:p>
          </p:txBody>
        </p:sp>
      </p:grpSp>
      <p:sp>
        <p:nvSpPr>
          <p:cNvPr id="126" name="&lt;NUM&gt;"/>
          <p:cNvSpPr txBox="1"/>
          <p:nvPr/>
        </p:nvSpPr>
        <p:spPr>
          <a:xfrm>
            <a:off x="14310030" y="9157295"/>
            <a:ext cx="350060" cy="17622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600"/>
            </a:lvl1pPr>
          </a:lstStyle>
          <a:p>
            <a:pPr/>
            <a:r>
              <a:t>&lt;NUM&gt;</a:t>
            </a:r>
          </a:p>
        </p:txBody>
      </p:sp>
      <p:sp>
        <p:nvSpPr>
          <p:cNvPr id="127" name="Title Text"/>
          <p:cNvSpPr txBox="1"/>
          <p:nvPr>
            <p:ph type="title"/>
          </p:nvPr>
        </p:nvSpPr>
        <p:spPr>
          <a:xfrm>
            <a:off x="755650" y="143568"/>
            <a:ext cx="13601700" cy="2351559"/>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128" name="Body Level One…"/>
          <p:cNvSpPr txBox="1"/>
          <p:nvPr>
            <p:ph type="body" idx="1"/>
          </p:nvPr>
        </p:nvSpPr>
        <p:spPr>
          <a:xfrm>
            <a:off x="755650" y="2495126"/>
            <a:ext cx="13601700" cy="8198274"/>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129" name="Slide Number"/>
          <p:cNvSpPr txBox="1"/>
          <p:nvPr>
            <p:ph type="sldNum" sz="quarter" idx="2"/>
          </p:nvPr>
        </p:nvSpPr>
        <p:spPr>
          <a:xfrm>
            <a:off x="14362296" y="9201557"/>
            <a:ext cx="376439" cy="127001"/>
          </a:xfrm>
          <a:prstGeom prst="rect">
            <a:avLst/>
          </a:prstGeom>
          <a:ln w="12700">
            <a:miter lim="400000"/>
          </a:ln>
        </p:spPr>
        <p:txBody>
          <a:bodyPr lIns="0" tIns="0" rIns="0" bIns="0">
            <a:spAutoFit/>
          </a:bodyPr>
          <a:lstStyle>
            <a:lvl1pPr algn="ctr">
              <a:defRPr sz="600">
                <a:latin typeface="Arial"/>
                <a:ea typeface="Arial"/>
                <a:cs typeface="Arial"/>
                <a:sym typeface="Aria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6"/>
    <p:sldLayoutId id="2147483650" r:id="rId7"/>
    <p:sldLayoutId id="2147483651" r:id="rId8"/>
    <p:sldLayoutId id="2147483652" r:id="rId9"/>
  </p:sldLayoutIdLst>
  <p:transition xmlns:p14="http://schemas.microsoft.com/office/powerpoint/2010/main" spd="med" advClick="1"/>
  <p:txStyles>
    <p:titleStyle>
      <a:lvl1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1pPr>
      <a:lvl2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2pPr>
      <a:lvl3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3pPr>
      <a:lvl4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4pPr>
      <a:lvl5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5pPr>
      <a:lvl6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6pPr>
      <a:lvl7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7pPr>
      <a:lvl8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8pPr>
      <a:lvl9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9pPr>
    </p:titleStyle>
    <p:bodyStyle>
      <a:lvl1pPr marL="527988" marR="0" indent="-52798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1pPr>
      <a:lvl2pPr marL="1215600" marR="0" indent="-511617"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2pPr>
      <a:lvl3pPr marL="1883633" marR="0" indent="-475664"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3pPr>
      <a:lvl4pPr marL="2679681" marR="0" indent="-567729"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4pPr>
      <a:lvl5pPr marL="3383665" marR="0" indent="-567729"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5pPr>
      <a:lvl6pPr marL="4087651" marR="0" indent="-567729"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6pPr>
      <a:lvl7pPr marL="4791634" marR="0" indent="-567729"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7pPr>
      <a:lvl8pPr marL="5495619" marR="0" indent="-567729"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8pPr>
      <a:lvl9pPr marL="6199603" marR="0" indent="-567729"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9pPr>
    </p:bodyStyle>
    <p:otherStyle>
      <a:lvl1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1pPr>
      <a:lvl2pPr marL="0" marR="0" indent="703794"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2pPr>
      <a:lvl3pPr marL="0" marR="0" indent="1407588"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3pPr>
      <a:lvl4pPr marL="0" marR="0" indent="2111382"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4pPr>
      <a:lvl5pPr marL="0" marR="0" indent="2815179"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5pPr>
      <a:lvl6pPr marL="0" marR="0" indent="3518973"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6pPr>
      <a:lvl7pPr marL="0" marR="0" indent="4222768"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7pPr>
      <a:lvl8pPr marL="0" marR="0" indent="4926564"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8pPr>
      <a:lvl9pPr marL="0" marR="0" indent="5630357"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TextBox 25"/>
          <p:cNvSpPr txBox="1"/>
          <p:nvPr/>
        </p:nvSpPr>
        <p:spPr>
          <a:xfrm>
            <a:off x="681418" y="2028084"/>
            <a:ext cx="13240087" cy="1069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3200">
                <a:latin typeface="Verdana"/>
                <a:ea typeface="Verdana"/>
                <a:cs typeface="Verdana"/>
                <a:sym typeface="Verdana"/>
              </a:defRPr>
            </a:pPr>
            <a:r>
              <a:t>&lt;&lt;STATION&gt;&gt;</a:t>
            </a:r>
          </a:p>
          <a:p>
            <a:pPr>
              <a:defRPr sz="3200">
                <a:latin typeface="Verdana (Body)"/>
                <a:ea typeface="Verdana (Body)"/>
                <a:cs typeface="Verdana (Body)"/>
                <a:sym typeface="Verdana (Body)"/>
              </a:defRPr>
            </a:pPr>
            <a:r>
              <a:t>Appendix A – RF Schematics &amp; GA Drawings</a:t>
            </a:r>
          </a:p>
        </p:txBody>
      </p:sp>
      <p:graphicFrame>
        <p:nvGraphicFramePr>
          <p:cNvPr id="309" name="Table 27"/>
          <p:cNvGraphicFramePr/>
          <p:nvPr/>
        </p:nvGraphicFramePr>
        <p:xfrm>
          <a:off x="379746" y="9882199"/>
          <a:ext cx="13843431" cy="594929"/>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4229188"/>
                <a:gridCol w="684076"/>
                <a:gridCol w="2160240"/>
                <a:gridCol w="1571576"/>
                <a:gridCol w="1571576"/>
                <a:gridCol w="1836204"/>
                <a:gridCol w="1790571"/>
              </a:tblGrid>
              <a:tr h="277633">
                <a:tc>
                  <a:txBody>
                    <a:bodyPr/>
                    <a:lstStyle/>
                    <a:p>
                      <a:pPr defTabSz="914372">
                        <a:defRPr b="0" sz="1800"/>
                      </a:pPr>
                      <a:r>
                        <a:rPr sz="1100">
                          <a:latin typeface="Verdana (Body)"/>
                          <a:ea typeface="Verdana (Body)"/>
                          <a:cs typeface="Verdana (Body)"/>
                          <a:sym typeface="Verdana (Body)"/>
                        </a:rPr>
                        <a:t>Document Reference</a:t>
                      </a:r>
                    </a:p>
                  </a:txBody>
                  <a:tcPr marL="0" marR="0" marT="0" marB="0" anchor="ctr" anchorCtr="0" horzOverflow="overflow">
                    <a:lnT w="12700">
                      <a:solidFill>
                        <a:srgbClr val="A5A5A5"/>
                      </a:solidFill>
                    </a:lnT>
                    <a:lnB w="12700">
                      <a:solidFill>
                        <a:srgbClr val="D91D49"/>
                      </a:solidFill>
                    </a:lnB>
                  </a:tcPr>
                </a:tc>
                <a:tc>
                  <a:txBody>
                    <a:bodyPr/>
                    <a:lstStyle/>
                    <a:p>
                      <a:pPr defTabSz="914372">
                        <a:defRPr b="0" sz="1800"/>
                      </a:pPr>
                      <a:r>
                        <a:rPr sz="1100">
                          <a:latin typeface="Verdana (Body)"/>
                          <a:ea typeface="Verdana (Body)"/>
                          <a:cs typeface="Verdana (Body)"/>
                          <a:sym typeface="Verdana (Body)"/>
                        </a:rPr>
                        <a:t>Revision</a:t>
                      </a:r>
                    </a:p>
                  </a:txBody>
                  <a:tcPr marL="0" marR="0" marT="0" marB="0" anchor="ctr" anchorCtr="0" horzOverflow="overflow">
                    <a:lnT w="12700">
                      <a:solidFill>
                        <a:srgbClr val="A5A5A5"/>
                      </a:solidFill>
                    </a:lnT>
                    <a:lnB w="12700">
                      <a:solidFill>
                        <a:srgbClr val="D91D49"/>
                      </a:solidFill>
                    </a:lnB>
                  </a:tcPr>
                </a:tc>
                <a:tc>
                  <a:txBody>
                    <a:bodyPr/>
                    <a:lstStyle/>
                    <a:p>
                      <a:pPr defTabSz="914372">
                        <a:defRPr b="0" sz="1800"/>
                      </a:pPr>
                      <a:r>
                        <a:rPr sz="1100">
                          <a:latin typeface="Verdana (Body)"/>
                          <a:ea typeface="Verdana (Body)"/>
                          <a:cs typeface="Verdana (Body)"/>
                          <a:sym typeface="Verdana (Body)"/>
                        </a:rPr>
                        <a:t>Description of Changes</a:t>
                      </a:r>
                    </a:p>
                  </a:txBody>
                  <a:tcPr marL="0" marR="0" marT="0" marB="0" anchor="ctr" anchorCtr="0" horzOverflow="overflow">
                    <a:lnT w="12700">
                      <a:solidFill>
                        <a:srgbClr val="A5A5A5"/>
                      </a:solidFill>
                    </a:lnT>
                    <a:lnB w="12700">
                      <a:solidFill>
                        <a:srgbClr val="D91D49"/>
                      </a:solidFill>
                    </a:lnB>
                  </a:tcPr>
                </a:tc>
                <a:tc>
                  <a:txBody>
                    <a:bodyPr/>
                    <a:lstStyle/>
                    <a:p>
                      <a:pPr defTabSz="914372">
                        <a:defRPr b="0" sz="1800"/>
                      </a:pPr>
                      <a:r>
                        <a:rPr sz="1100">
                          <a:latin typeface="Verdana (Body)"/>
                          <a:ea typeface="Verdana (Body)"/>
                          <a:cs typeface="Verdana (Body)"/>
                          <a:sym typeface="Verdana (Body)"/>
                        </a:rPr>
                        <a:t>Date</a:t>
                      </a:r>
                    </a:p>
                  </a:txBody>
                  <a:tcPr marL="0" marR="0" marT="0" marB="0" anchor="ctr" anchorCtr="0" horzOverflow="overflow">
                    <a:lnT w="12700">
                      <a:solidFill>
                        <a:srgbClr val="A5A5A5"/>
                      </a:solidFill>
                    </a:lnT>
                    <a:lnB w="12700">
                      <a:solidFill>
                        <a:srgbClr val="D91D49"/>
                      </a:solidFill>
                    </a:lnB>
                  </a:tcPr>
                </a:tc>
                <a:tc>
                  <a:txBody>
                    <a:bodyPr/>
                    <a:lstStyle/>
                    <a:p>
                      <a:pPr defTabSz="914372">
                        <a:defRPr b="0" sz="1800"/>
                      </a:pPr>
                      <a:r>
                        <a:rPr sz="1100">
                          <a:latin typeface="Verdana (Body)"/>
                          <a:ea typeface="Verdana (Body)"/>
                          <a:cs typeface="Verdana (Body)"/>
                          <a:sym typeface="Verdana (Body)"/>
                        </a:rPr>
                        <a:t>Author</a:t>
                      </a:r>
                    </a:p>
                  </a:txBody>
                  <a:tcPr marL="0" marR="0" marT="0" marB="0" anchor="ctr" anchorCtr="0" horzOverflow="overflow">
                    <a:lnT w="12700">
                      <a:solidFill>
                        <a:srgbClr val="A5A5A5"/>
                      </a:solidFill>
                    </a:lnT>
                    <a:lnB w="12700">
                      <a:solidFill>
                        <a:srgbClr val="D91D49"/>
                      </a:solidFill>
                    </a:lnB>
                  </a:tcPr>
                </a:tc>
                <a:tc>
                  <a:txBody>
                    <a:bodyPr/>
                    <a:lstStyle/>
                    <a:p>
                      <a:pPr defTabSz="914372">
                        <a:defRPr b="0" sz="1800"/>
                      </a:pPr>
                      <a:r>
                        <a:rPr sz="1100">
                          <a:latin typeface="Verdana (Body)"/>
                          <a:ea typeface="Verdana (Body)"/>
                          <a:cs typeface="Verdana (Body)"/>
                          <a:sym typeface="Verdana (Body)"/>
                        </a:rPr>
                        <a:t>Checked</a:t>
                      </a:r>
                    </a:p>
                  </a:txBody>
                  <a:tcPr marL="0" marR="0" marT="0" marB="0" anchor="ctr" anchorCtr="0" horzOverflow="overflow">
                    <a:lnT w="12700">
                      <a:solidFill>
                        <a:srgbClr val="A5A5A5"/>
                      </a:solidFill>
                    </a:lnT>
                    <a:lnB w="12700">
                      <a:solidFill>
                        <a:srgbClr val="D91D49"/>
                      </a:solidFill>
                    </a:lnB>
                  </a:tcPr>
                </a:tc>
                <a:tc>
                  <a:txBody>
                    <a:bodyPr/>
                    <a:lstStyle/>
                    <a:p>
                      <a:pPr defTabSz="914372">
                        <a:defRPr b="0" sz="1800"/>
                      </a:pPr>
                      <a:r>
                        <a:rPr sz="1100">
                          <a:latin typeface="Verdana (Body)"/>
                          <a:ea typeface="Verdana (Body)"/>
                          <a:cs typeface="Verdana (Body)"/>
                          <a:sym typeface="Verdana (Body)"/>
                        </a:rPr>
                        <a:t>Approved  </a:t>
                      </a:r>
                    </a:p>
                  </a:txBody>
                  <a:tcPr marL="0" marR="0" marT="0" marB="0" anchor="ctr" anchorCtr="0" horzOverflow="overflow">
                    <a:lnT w="12700">
                      <a:solidFill>
                        <a:srgbClr val="A5A5A5"/>
                      </a:solidFill>
                    </a:lnT>
                    <a:lnB w="12700">
                      <a:solidFill>
                        <a:srgbClr val="D91D49"/>
                      </a:solidFill>
                    </a:lnB>
                  </a:tcPr>
                </a:tc>
              </a:tr>
              <a:tr h="317295">
                <a:tc>
                  <a:txBody>
                    <a:bodyPr/>
                    <a:lstStyle/>
                    <a:p>
                      <a:pPr defTabSz="914372">
                        <a:defRPr sz="1800"/>
                      </a:pPr>
                      <a:r>
                        <a:rPr sz="1100">
                          <a:latin typeface="Verdana"/>
                          <a:ea typeface="Verdana"/>
                          <a:cs typeface="Verdana"/>
                          <a:sym typeface="Verdana"/>
                        </a:rPr>
                        <a:t>TCP01-BDN-COM-&lt;&lt;CODE&gt;&gt;_0-SPE-DM-0002</a:t>
                      </a:r>
                    </a:p>
                  </a:txBody>
                  <a:tcPr marL="0" marR="0" marT="0" marB="0" anchor="ctr" anchorCtr="0" horzOverflow="overflow">
                    <a:lnT w="12700">
                      <a:solidFill>
                        <a:srgbClr val="D91D49"/>
                      </a:solidFill>
                    </a:lnT>
                    <a:lnB w="12700">
                      <a:solidFill>
                        <a:srgbClr val="A5A5A5"/>
                      </a:solidFill>
                    </a:lnB>
                    <a:noFill/>
                  </a:tcPr>
                </a:tc>
                <a:tc>
                  <a:txBody>
                    <a:bodyPr/>
                    <a:lstStyle/>
                    <a:p>
                      <a:pPr defTabSz="914372">
                        <a:defRPr sz="1800"/>
                      </a:pPr>
                      <a:r>
                        <a:rPr sz="1100">
                          <a:latin typeface="Verdana (Body)"/>
                          <a:ea typeface="Verdana (Body)"/>
                          <a:cs typeface="Verdana (Body)"/>
                          <a:sym typeface="Verdana (Body)"/>
                        </a:rPr>
                        <a:t>P02</a:t>
                      </a:r>
                    </a:p>
                  </a:txBody>
                  <a:tcPr marL="0" marR="0" marT="0" marB="0" anchor="ctr" anchorCtr="0" horzOverflow="overflow">
                    <a:lnT w="12700">
                      <a:solidFill>
                        <a:srgbClr val="D91D49"/>
                      </a:solidFill>
                    </a:lnT>
                    <a:lnB w="12700">
                      <a:solidFill>
                        <a:srgbClr val="A5A5A5"/>
                      </a:solidFill>
                    </a:lnB>
                    <a:noFill/>
                  </a:tcPr>
                </a:tc>
                <a:tc>
                  <a:txBody>
                    <a:bodyPr/>
                    <a:lstStyle/>
                    <a:p>
                      <a:pPr defTabSz="914372">
                        <a:defRPr sz="1800"/>
                      </a:pPr>
                      <a:r>
                        <a:rPr sz="1100">
                          <a:latin typeface="Verdana (Body)"/>
                          <a:ea typeface="Verdana (Body)"/>
                          <a:cs typeface="Verdana (Body)"/>
                          <a:sym typeface="Verdana (Body)"/>
                        </a:rPr>
                        <a:t>Updated Design</a:t>
                      </a:r>
                    </a:p>
                  </a:txBody>
                  <a:tcPr marL="0" marR="0" marT="0" marB="0" anchor="ctr" anchorCtr="0" horzOverflow="overflow">
                    <a:lnT w="12700">
                      <a:solidFill>
                        <a:srgbClr val="D91D49"/>
                      </a:solidFill>
                    </a:lnT>
                    <a:lnB w="12700">
                      <a:solidFill>
                        <a:srgbClr val="A5A5A5"/>
                      </a:solidFill>
                    </a:lnB>
                    <a:noFill/>
                  </a:tcPr>
                </a:tc>
                <a:tc>
                  <a:txBody>
                    <a:bodyPr/>
                    <a:lstStyle/>
                    <a:p>
                      <a:pPr defTabSz="914372">
                        <a:defRPr sz="1800"/>
                      </a:pPr>
                      <a:r>
                        <a:rPr sz="1100">
                          <a:latin typeface="Verdana (Body)"/>
                          <a:ea typeface="Verdana (Body)"/>
                          <a:cs typeface="Verdana (Body)"/>
                          <a:sym typeface="Verdana (Body)"/>
                        </a:rPr>
                        <a:t>&lt;P02&gt;</a:t>
                      </a:r>
                    </a:p>
                  </a:txBody>
                  <a:tcPr marL="0" marR="0" marT="0" marB="0" anchor="ctr" anchorCtr="0" horzOverflow="overflow">
                    <a:lnT w="12700">
                      <a:solidFill>
                        <a:srgbClr val="D91D49"/>
                      </a:solidFill>
                    </a:lnT>
                    <a:lnB w="12700">
                      <a:solidFill>
                        <a:srgbClr val="A5A5A5"/>
                      </a:solidFill>
                    </a:lnB>
                    <a:noFill/>
                  </a:tcPr>
                </a:tc>
                <a:tc>
                  <a:txBody>
                    <a:bodyPr/>
                    <a:lstStyle/>
                    <a:p>
                      <a:pPr defTabSz="914372">
                        <a:defRPr sz="1800"/>
                      </a:pPr>
                      <a:r>
                        <a:rPr sz="1100">
                          <a:latin typeface="Verdana (Body)"/>
                          <a:ea typeface="Verdana (Body)"/>
                          <a:cs typeface="Verdana (Body)"/>
                          <a:sym typeface="Verdana (Body)"/>
                        </a:rPr>
                        <a:t>&lt;&lt;Author&gt;&gt;</a:t>
                      </a:r>
                    </a:p>
                  </a:txBody>
                  <a:tcPr marL="0" marR="0" marT="0" marB="0" anchor="ctr" anchorCtr="0" horzOverflow="overflow">
                    <a:lnT w="12700">
                      <a:solidFill>
                        <a:srgbClr val="D91D49"/>
                      </a:solidFill>
                    </a:lnT>
                    <a:lnB w="12700">
                      <a:solidFill>
                        <a:srgbClr val="A5A5A5"/>
                      </a:solidFill>
                    </a:lnB>
                    <a:noFill/>
                  </a:tcPr>
                </a:tc>
                <a:tc>
                  <a:txBody>
                    <a:bodyPr/>
                    <a:lstStyle/>
                    <a:p>
                      <a:pPr defTabSz="914372">
                        <a:defRPr sz="1800"/>
                      </a:pPr>
                      <a:r>
                        <a:rPr sz="1100">
                          <a:latin typeface="Verdana (Body)"/>
                          <a:ea typeface="Verdana (Body)"/>
                          <a:cs typeface="Verdana (Body)"/>
                          <a:sym typeface="Verdana (Body)"/>
                        </a:rPr>
                        <a:t>&lt;&lt;Checked&gt;&gt;</a:t>
                      </a:r>
                    </a:p>
                  </a:txBody>
                  <a:tcPr marL="0" marR="0" marT="0" marB="0" anchor="ctr" anchorCtr="0" horzOverflow="overflow">
                    <a:lnT w="12700">
                      <a:solidFill>
                        <a:srgbClr val="D91D49"/>
                      </a:solidFill>
                    </a:lnT>
                    <a:lnB w="12700">
                      <a:solidFill>
                        <a:srgbClr val="A5A5A5"/>
                      </a:solidFill>
                    </a:lnB>
                    <a:noFill/>
                  </a:tcPr>
                </a:tc>
                <a:tc>
                  <a:txBody>
                    <a:bodyPr/>
                    <a:lstStyle/>
                    <a:p>
                      <a:pPr defTabSz="914372">
                        <a:defRPr sz="1800"/>
                      </a:pPr>
                      <a:r>
                        <a:rPr sz="1100">
                          <a:latin typeface="Verdana (Body)"/>
                          <a:ea typeface="Verdana (Body)"/>
                          <a:cs typeface="Verdana (Body)"/>
                          <a:sym typeface="Verdana (Body)"/>
                        </a:rPr>
                        <a:t>&lt;&lt;Approved&gt;&gt;</a:t>
                      </a:r>
                    </a:p>
                  </a:txBody>
                  <a:tcPr marL="0" marR="0" marT="0" marB="0" anchor="ctr" anchorCtr="0" horzOverflow="overflow">
                    <a:lnT w="12700">
                      <a:solidFill>
                        <a:srgbClr val="D91D49"/>
                      </a:solidFill>
                    </a:lnT>
                    <a:lnB w="12700">
                      <a:solidFill>
                        <a:srgbClr val="A5A5A5"/>
                      </a:solidFill>
                    </a:lnB>
                    <a:noFill/>
                  </a:tcPr>
                </a:tc>
              </a:tr>
            </a:tbl>
          </a:graphicData>
        </a:graphic>
      </p:graphicFrame>
      <p:sp>
        <p:nvSpPr>
          <p:cNvPr id="310" name="Rectangle"/>
          <p:cNvSpPr/>
          <p:nvPr/>
        </p:nvSpPr>
        <p:spPr>
          <a:xfrm>
            <a:off x="349371" y="3255351"/>
            <a:ext cx="14414258" cy="6462572"/>
          </a:xfrm>
          <a:prstGeom prst="rect">
            <a:avLst/>
          </a:prstGeom>
          <a:solidFill>
            <a:srgbClr val="FFFFFF"/>
          </a:solidFill>
          <a:ln w="25400">
            <a:solidFill>
              <a:schemeClr val="accent1"/>
            </a:solidFill>
          </a:ln>
        </p:spPr>
        <p:txBody>
          <a:bodyPr lIns="45719" rIns="45719" anchor="ctr"/>
          <a:lstStyle/>
          <a:p>
            <a:pPr/>
          </a:p>
        </p:txBody>
      </p:sp>
      <p:sp>
        <p:nvSpPr>
          <p:cNvPr id="311" name="&lt;&lt;3D_IMAGE&gt;&gt;"/>
          <p:cNvSpPr txBox="1"/>
          <p:nvPr/>
        </p:nvSpPr>
        <p:spPr>
          <a:xfrm>
            <a:off x="6480599" y="6264257"/>
            <a:ext cx="2383419" cy="44475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&lt;&lt;3D_IMAGE&gt;&gt;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TextBox 13"/>
          <p:cNvSpPr txBox="1"/>
          <p:nvPr/>
        </p:nvSpPr>
        <p:spPr>
          <a:xfrm>
            <a:off x="306976" y="645702"/>
            <a:ext cx="11917059" cy="54933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3600" u="sng"/>
            </a:lvl1pPr>
          </a:lstStyle>
          <a:p>
            <a:pPr/>
            <a:r>
              <a:t>Design Change Summary</a:t>
            </a:r>
          </a:p>
        </p:txBody>
      </p:sp>
      <p:sp>
        <p:nvSpPr>
          <p:cNvPr id="314" name="Rectangle 14"/>
          <p:cNvSpPr/>
          <p:nvPr/>
        </p:nvSpPr>
        <p:spPr>
          <a:xfrm>
            <a:off x="12269754" y="1292034"/>
            <a:ext cx="2388638" cy="1133925"/>
          </a:xfrm>
          <a:prstGeom prst="rect">
            <a:avLst/>
          </a:prstGeom>
          <a:solidFill>
            <a:srgbClr val="FFFFFF"/>
          </a:solidFill>
          <a:ln w="19050" cap="rnd">
            <a:solidFill>
              <a:srgbClr val="FFFFFF"/>
            </a:solidFill>
            <a:bevel/>
          </a:ln>
        </p:spPr>
        <p:txBody>
          <a:bodyPr lIns="45719" rIns="45719" anchor="ctr"/>
          <a:lstStyle/>
          <a:p>
            <a:pPr algn="ctr"/>
          </a:p>
        </p:txBody>
      </p:sp>
      <p:sp>
        <p:nvSpPr>
          <p:cNvPr id="315" name="TextBox 1"/>
          <p:cNvSpPr txBox="1"/>
          <p:nvPr/>
        </p:nvSpPr>
        <p:spPr>
          <a:xfrm>
            <a:off x="509852" y="1658983"/>
            <a:ext cx="11122622" cy="9172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800"/>
            </a:lvl1pPr>
          </a:lstStyle>
          <a:p>
            <a:pPr/>
            <a:r>
              <a:t>This P02 MNO Pack has been updated to reflect changes in the design after JSV's have been conducted, installation professionals have provided feedback and verification, and TfL heritage have given approvals. This P02 MNO Pack deprecates the preliminary design issued as P01. </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Rectangle 17"/>
          <p:cNvSpPr/>
          <p:nvPr/>
        </p:nvSpPr>
        <p:spPr>
          <a:xfrm>
            <a:off x="12451364" y="4166058"/>
            <a:ext cx="695741" cy="447262"/>
          </a:xfrm>
          <a:prstGeom prst="rect">
            <a:avLst/>
          </a:prstGeom>
          <a:ln w="28575" cap="rnd">
            <a:solidFill>
              <a:srgbClr val="FF0000"/>
            </a:solidFill>
            <a:bevel/>
          </a:ln>
        </p:spPr>
        <p:txBody>
          <a:bodyPr lIns="45719" rIns="45719" anchor="ctr"/>
          <a:lstStyle/>
          <a:p>
            <a:pPr algn="ctr"/>
          </a:p>
        </p:txBody>
      </p:sp>
      <p:sp>
        <p:nvSpPr>
          <p:cNvPr id="318" name="TextBox 18"/>
          <p:cNvSpPr txBox="1"/>
          <p:nvPr/>
        </p:nvSpPr>
        <p:spPr>
          <a:xfrm>
            <a:off x="13304915" y="4207747"/>
            <a:ext cx="1439463" cy="2808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400"/>
            </a:lvl1pPr>
          </a:lstStyle>
          <a:p>
            <a:pPr/>
            <a:r>
              <a:t>MIMO Only area</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Rectangle"/>
          <p:cNvSpPr/>
          <p:nvPr/>
        </p:nvSpPr>
        <p:spPr>
          <a:xfrm>
            <a:off x="262515" y="2511339"/>
            <a:ext cx="11871901" cy="6783229"/>
          </a:xfrm>
          <a:prstGeom prst="rect">
            <a:avLst/>
          </a:prstGeom>
          <a:solidFill>
            <a:srgbClr val="FFFFFF"/>
          </a:solidFill>
          <a:ln w="25400">
            <a:solidFill>
              <a:schemeClr val="accent1"/>
            </a:solidFill>
          </a:ln>
        </p:spPr>
        <p:txBody>
          <a:bodyPr lIns="45719" rIns="45719" anchor="ctr"/>
          <a:lstStyle/>
          <a:p>
            <a:pPr/>
          </a:p>
        </p:txBody>
      </p:sp>
      <p:sp>
        <p:nvSpPr>
          <p:cNvPr id="321" name="&lt;&lt;CABLE_IMAGE&gt;&gt;"/>
          <p:cNvSpPr txBox="1"/>
          <p:nvPr/>
        </p:nvSpPr>
        <p:spPr>
          <a:xfrm>
            <a:off x="4743768" y="5624979"/>
            <a:ext cx="2909394" cy="4447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&lt;&lt;CABLE_IMAGE&gt;&gt;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23" name="Picture 2" descr="Picture 2"/>
          <p:cNvPicPr>
            <a:picLocks noChangeAspect="1"/>
          </p:cNvPicPr>
          <p:nvPr/>
        </p:nvPicPr>
        <p:blipFill>
          <a:blip r:embed="rId2">
            <a:extLst/>
          </a:blip>
          <a:stretch>
            <a:fillRect/>
          </a:stretch>
        </p:blipFill>
        <p:spPr>
          <a:xfrm>
            <a:off x="14046598" y="5798542"/>
            <a:ext cx="800431" cy="800431"/>
          </a:xfrm>
          <a:prstGeom prst="rect">
            <a:avLst/>
          </a:prstGeom>
          <a:ln w="12700">
            <a:miter lim="400000"/>
          </a:ln>
        </p:spPr>
      </p:pic>
      <p:sp>
        <p:nvSpPr>
          <p:cNvPr id="324" name="&lt;&lt;TITLE&gt;&gt;"/>
          <p:cNvSpPr txBox="1"/>
          <p:nvPr/>
        </p:nvSpPr>
        <p:spPr>
          <a:xfrm>
            <a:off x="435937" y="616155"/>
            <a:ext cx="3598287" cy="63411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200" u="sng">
                <a:latin typeface="Carlito"/>
                <a:ea typeface="Carlito"/>
                <a:cs typeface="Carlito"/>
                <a:sym typeface="Carlito"/>
              </a:defRPr>
            </a:lvl1pPr>
          </a:lstStyle>
          <a:p>
            <a:pPr/>
            <a:r>
              <a:t>&lt;&lt;TITLE&gt;&gt;</a:t>
            </a:r>
          </a:p>
        </p:txBody>
      </p:sp>
      <p:sp>
        <p:nvSpPr>
          <p:cNvPr id="325" name="Rectangle"/>
          <p:cNvSpPr/>
          <p:nvPr/>
        </p:nvSpPr>
        <p:spPr>
          <a:xfrm>
            <a:off x="346087" y="1890006"/>
            <a:ext cx="11818354" cy="6989657"/>
          </a:xfrm>
          <a:prstGeom prst="rect">
            <a:avLst/>
          </a:prstGeom>
          <a:solidFill>
            <a:srgbClr val="FFFFFF"/>
          </a:solidFill>
          <a:ln w="25400">
            <a:solidFill>
              <a:schemeClr val="accent1"/>
            </a:solidFill>
          </a:ln>
        </p:spPr>
        <p:txBody>
          <a:bodyPr lIns="45719" rIns="45719" anchor="ctr"/>
          <a:lstStyle/>
          <a:p>
            <a:pPr/>
          </a:p>
        </p:txBody>
      </p:sp>
      <p:sp>
        <p:nvSpPr>
          <p:cNvPr id="326" name="&lt;&lt;logo_image&gt;&gt;"/>
          <p:cNvSpPr txBox="1"/>
          <p:nvPr/>
        </p:nvSpPr>
        <p:spPr>
          <a:xfrm>
            <a:off x="4932263" y="5099172"/>
            <a:ext cx="2646001" cy="4447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&lt;&lt;logo_image&gt;&gt;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ctr"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ctr"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