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media/image1.jpeg" ContentType="image/jpeg"/>
  <Override PartName="/ppt/media/image2.jpeg" ContentType="image/jpeg"/>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Lst>
  <p:sldSz cx="15113000" cy="10693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1pPr>
    <a:lvl2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2pPr>
    <a:lvl3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3pPr>
    <a:lvl4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4pPr>
    <a:lvl5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5pPr>
    <a:lvl6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6pPr>
    <a:lvl7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7pPr>
    <a:lvl8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8pPr>
    <a:lvl9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3">
              <a:alpha val="20000"/>
            </a:scheme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3">
              <a:alpha val="20000"/>
            </a:schemeClr>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12700" cap="flat">
              <a:solidFill>
                <a:schemeClr val="accent3"/>
              </a:solidFill>
              <a:prstDash val="solid"/>
              <a:round/>
            </a:ln>
          </a:top>
          <a:bottom>
            <a:ln w="12700" cap="flat">
              <a:solidFill>
                <a:schemeClr val="accent3"/>
              </a:solidFill>
              <a:prstDash val="solid"/>
              <a:round/>
            </a:ln>
          </a:bottom>
          <a:insideH>
            <a:ln w="12700" cap="flat">
              <a:noFill/>
              <a:miter lim="400000"/>
            </a:ln>
          </a:insideH>
          <a:insideV>
            <a:ln w="12700" cap="flat">
              <a:noFill/>
              <a:miter lim="400000"/>
            </a:ln>
          </a:insideV>
        </a:tcBdr>
        <a:fill>
          <a:noFill/>
        </a:fill>
      </a:tcStyle>
    </a:lastRow>
    <a:firstRow>
      <a:tcTxStyle b="on" i="off">
        <a:fontRef idx="minor">
          <a:srgbClr val="000000"/>
        </a:fontRef>
        <a:srgbClr val="000000"/>
      </a:tcTxStyle>
      <a:tcStyle>
        <a:tcBdr>
          <a:left>
            <a:ln w="12700" cap="flat">
              <a:noFill/>
              <a:miter lim="400000"/>
            </a:ln>
          </a:left>
          <a:right>
            <a:ln w="12700" cap="flat">
              <a:noFill/>
              <a:miter lim="400000"/>
            </a:ln>
          </a:right>
          <a:top>
            <a:ln w="12700" cap="flat">
              <a:solidFill>
                <a:schemeClr val="accent3"/>
              </a:solidFill>
              <a:prstDash val="solid"/>
              <a:round/>
            </a:ln>
          </a:top>
          <a:bottom>
            <a:ln w="12700" cap="flat">
              <a:solidFill>
                <a:schemeClr val="accent3"/>
              </a:solidFill>
              <a:prstDash val="solid"/>
              <a:round/>
            </a:ln>
          </a:bottom>
          <a:insideH>
            <a:ln w="12700" cap="flat">
              <a:noFill/>
              <a:miter lim="400000"/>
            </a:ln>
          </a:insideH>
          <a:insideV>
            <a:ln w="12700" cap="flat">
              <a:noFill/>
              <a:miter lim="400000"/>
            </a:ln>
          </a:insideV>
        </a:tcBdr>
        <a:fill>
          <a:no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564" name="Shape 564"/>
          <p:cNvSpPr/>
          <p:nvPr>
            <p:ph type="sldImg"/>
          </p:nvPr>
        </p:nvSpPr>
        <p:spPr>
          <a:xfrm>
            <a:off x="1143000" y="685800"/>
            <a:ext cx="4572000" cy="3429000"/>
          </a:xfrm>
          <a:prstGeom prst="rect">
            <a:avLst/>
          </a:prstGeom>
        </p:spPr>
        <p:txBody>
          <a:bodyPr/>
          <a:lstStyle/>
          <a:p>
            <a:pPr/>
          </a:p>
        </p:txBody>
      </p:sp>
      <p:sp>
        <p:nvSpPr>
          <p:cNvPr id="565" name="Shape 56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914128" latinLnBrk="0">
      <a:defRPr sz="1200">
        <a:latin typeface="+mn-lt"/>
        <a:ea typeface="+mn-ea"/>
        <a:cs typeface="+mn-cs"/>
        <a:sym typeface="Calibri"/>
      </a:defRPr>
    </a:lvl1pPr>
    <a:lvl2pPr indent="228600" defTabSz="914128" latinLnBrk="0">
      <a:defRPr sz="1200">
        <a:latin typeface="+mn-lt"/>
        <a:ea typeface="+mn-ea"/>
        <a:cs typeface="+mn-cs"/>
        <a:sym typeface="Calibri"/>
      </a:defRPr>
    </a:lvl2pPr>
    <a:lvl3pPr indent="457200" defTabSz="914128" latinLnBrk="0">
      <a:defRPr sz="1200">
        <a:latin typeface="+mn-lt"/>
        <a:ea typeface="+mn-ea"/>
        <a:cs typeface="+mn-cs"/>
        <a:sym typeface="Calibri"/>
      </a:defRPr>
    </a:lvl3pPr>
    <a:lvl4pPr indent="685800" defTabSz="914128" latinLnBrk="0">
      <a:defRPr sz="1200">
        <a:latin typeface="+mn-lt"/>
        <a:ea typeface="+mn-ea"/>
        <a:cs typeface="+mn-cs"/>
        <a:sym typeface="Calibri"/>
      </a:defRPr>
    </a:lvl4pPr>
    <a:lvl5pPr indent="914400" defTabSz="914128" latinLnBrk="0">
      <a:defRPr sz="1200">
        <a:latin typeface="+mn-lt"/>
        <a:ea typeface="+mn-ea"/>
        <a:cs typeface="+mn-cs"/>
        <a:sym typeface="Calibri"/>
      </a:defRPr>
    </a:lvl5pPr>
    <a:lvl6pPr indent="1143000" defTabSz="914128" latinLnBrk="0">
      <a:defRPr sz="1200">
        <a:latin typeface="+mn-lt"/>
        <a:ea typeface="+mn-ea"/>
        <a:cs typeface="+mn-cs"/>
        <a:sym typeface="Calibri"/>
      </a:defRPr>
    </a:lvl6pPr>
    <a:lvl7pPr indent="1371600" defTabSz="914128" latinLnBrk="0">
      <a:defRPr sz="1200">
        <a:latin typeface="+mn-lt"/>
        <a:ea typeface="+mn-ea"/>
        <a:cs typeface="+mn-cs"/>
        <a:sym typeface="Calibri"/>
      </a:defRPr>
    </a:lvl7pPr>
    <a:lvl8pPr indent="1600200" defTabSz="914128" latinLnBrk="0">
      <a:defRPr sz="1200">
        <a:latin typeface="+mn-lt"/>
        <a:ea typeface="+mn-ea"/>
        <a:cs typeface="+mn-cs"/>
        <a:sym typeface="Calibri"/>
      </a:defRPr>
    </a:lvl8pPr>
    <a:lvl9pPr indent="1828800" defTabSz="914128"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2.jpeg"/><Relationship Id="rId6" Type="http://schemas.openxmlformats.org/officeDocument/2006/relationships/image" Target="../media/image9.png"/><Relationship Id="rId7" Type="http://schemas.openxmlformats.org/officeDocument/2006/relationships/image" Target="../media/image10.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2.jpeg"/><Relationship Id="rId6" Type="http://schemas.openxmlformats.org/officeDocument/2006/relationships/image" Target="../media/image9.png"/><Relationship Id="rId7" Type="http://schemas.openxmlformats.org/officeDocument/2006/relationships/image" Target="../media/image10.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2.jpeg"/><Relationship Id="rId6" Type="http://schemas.openxmlformats.org/officeDocument/2006/relationships/image" Target="../media/image9.png"/><Relationship Id="rId7"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RF Schematics">
    <p:spTree>
      <p:nvGrpSpPr>
        <p:cNvPr id="1" name=""/>
        <p:cNvGrpSpPr/>
        <p:nvPr/>
      </p:nvGrpSpPr>
      <p:grpSpPr>
        <a:xfrm>
          <a:off x="0" y="0"/>
          <a:ext cx="0" cy="0"/>
          <a:chOff x="0" y="0"/>
          <a:chExt cx="0" cy="0"/>
        </a:xfrm>
      </p:grpSpPr>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GA">
    <p:spTree>
      <p:nvGrpSpPr>
        <p:cNvPr id="1" name=""/>
        <p:cNvGrpSpPr/>
        <p:nvPr/>
      </p:nvGrpSpPr>
      <p:grpSpPr>
        <a:xfrm>
          <a:off x="0" y="0"/>
          <a:ext cx="0" cy="0"/>
          <a:chOff x="0" y="0"/>
          <a:chExt cx="0" cy="0"/>
        </a:xfrm>
      </p:grpSpPr>
      <p:sp>
        <p:nvSpPr>
          <p:cNvPr id="93" name="TextBox 66"/>
          <p:cNvSpPr txBox="1"/>
          <p:nvPr/>
        </p:nvSpPr>
        <p:spPr>
          <a:xfrm>
            <a:off x="13525788" y="9201184"/>
            <a:ext cx="130066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94" name="TextBox 85"/>
          <p:cNvSpPr txBox="1"/>
          <p:nvPr/>
        </p:nvSpPr>
        <p:spPr>
          <a:xfrm>
            <a:off x="13969973" y="9321327"/>
            <a:ext cx="8564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CK</a:t>
            </a:r>
          </a:p>
        </p:txBody>
      </p:sp>
      <p:sp>
        <p:nvSpPr>
          <p:cNvPr id="95"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96" name="Freeform 10"/>
          <p:cNvSpPr/>
          <p:nvPr/>
        </p:nvSpPr>
        <p:spPr>
          <a:xfrm flipH="1">
            <a:off x="12234861" y="209550"/>
            <a:ext cx="1" cy="10224002"/>
          </a:xfrm>
          <a:prstGeom prst="line">
            <a:avLst/>
          </a:prstGeom>
          <a:ln>
            <a:solidFill>
              <a:srgbClr val="BFBFBF"/>
            </a:solidFill>
          </a:ln>
        </p:spPr>
        <p:txBody>
          <a:bodyPr lIns="45718" tIns="45718" rIns="45718" bIns="45718"/>
          <a:lstStyle/>
          <a:p>
            <a:pPr/>
          </a:p>
        </p:txBody>
      </p:sp>
      <p:sp>
        <p:nvSpPr>
          <p:cNvPr id="97" name="Freeform 11"/>
          <p:cNvSpPr/>
          <p:nvPr/>
        </p:nvSpPr>
        <p:spPr>
          <a:xfrm>
            <a:off x="12230100" y="702182"/>
            <a:ext cx="2646001" cy="3"/>
          </a:xfrm>
          <a:prstGeom prst="line">
            <a:avLst/>
          </a:prstGeom>
          <a:ln>
            <a:solidFill>
              <a:srgbClr val="BFBFBF"/>
            </a:solidFill>
          </a:ln>
        </p:spPr>
        <p:txBody>
          <a:bodyPr lIns="45718" tIns="45718" rIns="45718" bIns="45718"/>
          <a:lstStyle/>
          <a:p>
            <a:pPr/>
          </a:p>
        </p:txBody>
      </p:sp>
      <p:sp>
        <p:nvSpPr>
          <p:cNvPr id="98"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99" name="Freeform 45"/>
          <p:cNvSpPr/>
          <p:nvPr/>
        </p:nvSpPr>
        <p:spPr>
          <a:xfrm>
            <a:off x="12230100" y="8848334"/>
            <a:ext cx="2646001" cy="2"/>
          </a:xfrm>
          <a:prstGeom prst="line">
            <a:avLst/>
          </a:prstGeom>
          <a:ln>
            <a:solidFill>
              <a:srgbClr val="BFBFBF"/>
            </a:solidFill>
          </a:ln>
        </p:spPr>
        <p:txBody>
          <a:bodyPr lIns="45718" tIns="45718" rIns="45718" bIns="45718"/>
          <a:lstStyle/>
          <a:p>
            <a:pPr/>
          </a:p>
        </p:txBody>
      </p:sp>
      <p:sp>
        <p:nvSpPr>
          <p:cNvPr id="100" name="Freeform 47"/>
          <p:cNvSpPr/>
          <p:nvPr/>
        </p:nvSpPr>
        <p:spPr>
          <a:xfrm>
            <a:off x="12237973" y="9307141"/>
            <a:ext cx="2631523" cy="2"/>
          </a:xfrm>
          <a:prstGeom prst="line">
            <a:avLst/>
          </a:prstGeom>
          <a:ln>
            <a:solidFill>
              <a:srgbClr val="BFBFBF"/>
            </a:solidFill>
          </a:ln>
        </p:spPr>
        <p:txBody>
          <a:bodyPr lIns="45718" tIns="45718" rIns="45718" bIns="45718"/>
          <a:lstStyle/>
          <a:p>
            <a:pPr/>
          </a:p>
        </p:txBody>
      </p:sp>
      <p:sp>
        <p:nvSpPr>
          <p:cNvPr id="101" name="Freeform 48"/>
          <p:cNvSpPr/>
          <p:nvPr/>
        </p:nvSpPr>
        <p:spPr>
          <a:xfrm>
            <a:off x="12229154" y="9417119"/>
            <a:ext cx="2646002" cy="2"/>
          </a:xfrm>
          <a:prstGeom prst="line">
            <a:avLst/>
          </a:prstGeom>
          <a:ln>
            <a:solidFill>
              <a:srgbClr val="BFBFBF"/>
            </a:solidFill>
          </a:ln>
        </p:spPr>
        <p:txBody>
          <a:bodyPr lIns="45718" tIns="45718" rIns="45718" bIns="45718"/>
          <a:lstStyle/>
          <a:p>
            <a:pPr/>
          </a:p>
        </p:txBody>
      </p:sp>
      <p:sp>
        <p:nvSpPr>
          <p:cNvPr id="102" name="Freeform 67"/>
          <p:cNvSpPr/>
          <p:nvPr/>
        </p:nvSpPr>
        <p:spPr>
          <a:xfrm>
            <a:off x="13545545" y="6950907"/>
            <a:ext cx="2" cy="890404"/>
          </a:xfrm>
          <a:prstGeom prst="line">
            <a:avLst/>
          </a:prstGeom>
          <a:ln>
            <a:solidFill>
              <a:srgbClr val="BFBFBF"/>
            </a:solidFill>
          </a:ln>
        </p:spPr>
        <p:txBody>
          <a:bodyPr lIns="45718" tIns="45718" rIns="45718" bIns="45718"/>
          <a:lstStyle/>
          <a:p>
            <a:pPr/>
          </a:p>
        </p:txBody>
      </p:sp>
      <p:sp>
        <p:nvSpPr>
          <p:cNvPr id="103" name="TextBox 75"/>
          <p:cNvSpPr txBox="1"/>
          <p:nvPr/>
        </p:nvSpPr>
        <p:spPr>
          <a:xfrm>
            <a:off x="12234160" y="9470638"/>
            <a:ext cx="25922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104" name="Freeform 76"/>
          <p:cNvSpPr/>
          <p:nvPr/>
        </p:nvSpPr>
        <p:spPr>
          <a:xfrm>
            <a:off x="12233492" y="9612058"/>
            <a:ext cx="2636005" cy="2"/>
          </a:xfrm>
          <a:prstGeom prst="line">
            <a:avLst/>
          </a:prstGeom>
          <a:ln w="3175">
            <a:solidFill>
              <a:srgbClr val="BFBFBF"/>
            </a:solidFill>
          </a:ln>
        </p:spPr>
        <p:txBody>
          <a:bodyPr lIns="45718" tIns="45718" rIns="45718" bIns="45718"/>
          <a:lstStyle/>
          <a:p>
            <a:pPr/>
          </a:p>
        </p:txBody>
      </p:sp>
      <p:sp>
        <p:nvSpPr>
          <p:cNvPr id="105" name="TextBox 77"/>
          <p:cNvSpPr txBox="1"/>
          <p:nvPr/>
        </p:nvSpPr>
        <p:spPr>
          <a:xfrm>
            <a:off x="12507654" y="9632305"/>
            <a:ext cx="510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106" name="Freeform 79"/>
          <p:cNvSpPr/>
          <p:nvPr/>
        </p:nvSpPr>
        <p:spPr>
          <a:xfrm>
            <a:off x="12513692" y="9612117"/>
            <a:ext cx="2" cy="821436"/>
          </a:xfrm>
          <a:prstGeom prst="line">
            <a:avLst/>
          </a:prstGeom>
          <a:ln w="3175">
            <a:solidFill>
              <a:srgbClr val="BFBFBF"/>
            </a:solidFill>
          </a:ln>
        </p:spPr>
        <p:txBody>
          <a:bodyPr lIns="45718" tIns="45718" rIns="45718" bIns="45718"/>
          <a:lstStyle/>
          <a:p>
            <a:pPr/>
          </a:p>
        </p:txBody>
      </p:sp>
      <p:sp>
        <p:nvSpPr>
          <p:cNvPr id="107"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108" name="Freeform 82"/>
          <p:cNvSpPr/>
          <p:nvPr/>
        </p:nvSpPr>
        <p:spPr>
          <a:xfrm>
            <a:off x="12236067" y="9736835"/>
            <a:ext cx="2636005" cy="2"/>
          </a:xfrm>
          <a:prstGeom prst="line">
            <a:avLst/>
          </a:prstGeom>
          <a:ln w="3175">
            <a:solidFill>
              <a:srgbClr val="BFBFBF"/>
            </a:solidFill>
          </a:ln>
        </p:spPr>
        <p:txBody>
          <a:bodyPr lIns="45718" tIns="45718" rIns="45718" bIns="45718"/>
          <a:lstStyle/>
          <a:p>
            <a:pPr/>
          </a:p>
        </p:txBody>
      </p:sp>
      <p:sp>
        <p:nvSpPr>
          <p:cNvPr id="109" name="Freeform 83"/>
          <p:cNvSpPr/>
          <p:nvPr/>
        </p:nvSpPr>
        <p:spPr>
          <a:xfrm>
            <a:off x="13052420" y="9614214"/>
            <a:ext cx="2" cy="824699"/>
          </a:xfrm>
          <a:prstGeom prst="line">
            <a:avLst/>
          </a:prstGeom>
          <a:ln w="3175">
            <a:solidFill>
              <a:srgbClr val="BFBFBF"/>
            </a:solidFill>
          </a:ln>
        </p:spPr>
        <p:txBody>
          <a:bodyPr lIns="45718" tIns="45718" rIns="45718" bIns="45718"/>
          <a:lstStyle/>
          <a:p>
            <a:pPr/>
          </a:p>
        </p:txBody>
      </p:sp>
      <p:sp>
        <p:nvSpPr>
          <p:cNvPr id="110" name="TextBox 84"/>
          <p:cNvSpPr txBox="1"/>
          <p:nvPr/>
        </p:nvSpPr>
        <p:spPr>
          <a:xfrm>
            <a:off x="13058443" y="9631360"/>
            <a:ext cx="17816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111" name="Freeform 86"/>
          <p:cNvSpPr/>
          <p:nvPr/>
        </p:nvSpPr>
        <p:spPr>
          <a:xfrm>
            <a:off x="12237973" y="9877804"/>
            <a:ext cx="2636006" cy="2"/>
          </a:xfrm>
          <a:prstGeom prst="line">
            <a:avLst/>
          </a:prstGeom>
          <a:ln w="3175">
            <a:solidFill>
              <a:srgbClr val="BFBFBF"/>
            </a:solidFill>
          </a:ln>
        </p:spPr>
        <p:txBody>
          <a:bodyPr lIns="45718" tIns="45718" rIns="45718" bIns="45718"/>
          <a:lstStyle/>
          <a:p>
            <a:pPr/>
          </a:p>
        </p:txBody>
      </p:sp>
      <p:sp>
        <p:nvSpPr>
          <p:cNvPr id="112" name="Freeform 87"/>
          <p:cNvSpPr/>
          <p:nvPr/>
        </p:nvSpPr>
        <p:spPr>
          <a:xfrm>
            <a:off x="12236067" y="9878180"/>
            <a:ext cx="2636005" cy="3"/>
          </a:xfrm>
          <a:prstGeom prst="line">
            <a:avLst/>
          </a:prstGeom>
          <a:ln w="3175">
            <a:solidFill>
              <a:srgbClr val="BFBFBF"/>
            </a:solidFill>
          </a:ln>
        </p:spPr>
        <p:txBody>
          <a:bodyPr lIns="45718" tIns="45718" rIns="45718" bIns="45718"/>
          <a:lstStyle/>
          <a:p>
            <a:pPr/>
          </a:p>
        </p:txBody>
      </p:sp>
      <p:sp>
        <p:nvSpPr>
          <p:cNvPr id="113" name="Freeform 88"/>
          <p:cNvSpPr/>
          <p:nvPr/>
        </p:nvSpPr>
        <p:spPr>
          <a:xfrm>
            <a:off x="12237973" y="10019151"/>
            <a:ext cx="2636006" cy="2"/>
          </a:xfrm>
          <a:prstGeom prst="line">
            <a:avLst/>
          </a:prstGeom>
          <a:ln w="3175">
            <a:solidFill>
              <a:srgbClr val="BFBFBF"/>
            </a:solidFill>
          </a:ln>
        </p:spPr>
        <p:txBody>
          <a:bodyPr lIns="45718" tIns="45718" rIns="45718" bIns="45718"/>
          <a:lstStyle/>
          <a:p>
            <a:pPr/>
          </a:p>
        </p:txBody>
      </p:sp>
      <p:sp>
        <p:nvSpPr>
          <p:cNvPr id="114" name="Freeform 90"/>
          <p:cNvSpPr/>
          <p:nvPr/>
        </p:nvSpPr>
        <p:spPr>
          <a:xfrm>
            <a:off x="12237973" y="10159356"/>
            <a:ext cx="2636006" cy="3"/>
          </a:xfrm>
          <a:prstGeom prst="line">
            <a:avLst/>
          </a:prstGeom>
          <a:ln w="3175">
            <a:solidFill>
              <a:srgbClr val="BFBFBF"/>
            </a:solidFill>
          </a:ln>
        </p:spPr>
        <p:txBody>
          <a:bodyPr lIns="45718" tIns="45718" rIns="45718" bIns="45718"/>
          <a:lstStyle/>
          <a:p>
            <a:pPr/>
          </a:p>
        </p:txBody>
      </p:sp>
      <p:sp>
        <p:nvSpPr>
          <p:cNvPr id="115" name="Straight Connector 2"/>
          <p:cNvSpPr/>
          <p:nvPr/>
        </p:nvSpPr>
        <p:spPr>
          <a:xfrm>
            <a:off x="12237973" y="6947426"/>
            <a:ext cx="2636005" cy="2"/>
          </a:xfrm>
          <a:prstGeom prst="line">
            <a:avLst/>
          </a:prstGeom>
          <a:ln>
            <a:solidFill>
              <a:srgbClr val="BFBFBF"/>
            </a:solidFill>
          </a:ln>
        </p:spPr>
        <p:txBody>
          <a:bodyPr lIns="45718" tIns="45718" rIns="45718" bIns="45718"/>
          <a:lstStyle/>
          <a:p>
            <a:pPr/>
          </a:p>
        </p:txBody>
      </p:sp>
      <p:sp>
        <p:nvSpPr>
          <p:cNvPr id="116" name="Straight Connector 71"/>
          <p:cNvSpPr/>
          <p:nvPr/>
        </p:nvSpPr>
        <p:spPr>
          <a:xfrm>
            <a:off x="12237973" y="6659394"/>
            <a:ext cx="2636005" cy="2"/>
          </a:xfrm>
          <a:prstGeom prst="line">
            <a:avLst/>
          </a:prstGeom>
          <a:ln>
            <a:solidFill>
              <a:srgbClr val="BFBFBF"/>
            </a:solidFill>
          </a:ln>
        </p:spPr>
        <p:txBody>
          <a:bodyPr lIns="45718" tIns="45718" rIns="45718" bIns="45718"/>
          <a:lstStyle/>
          <a:p>
            <a:pPr/>
          </a:p>
        </p:txBody>
      </p:sp>
      <p:sp>
        <p:nvSpPr>
          <p:cNvPr id="117" name="Freeform 90"/>
          <p:cNvSpPr/>
          <p:nvPr/>
        </p:nvSpPr>
        <p:spPr>
          <a:xfrm>
            <a:off x="12237973" y="10298666"/>
            <a:ext cx="2636006" cy="2"/>
          </a:xfrm>
          <a:prstGeom prst="line">
            <a:avLst/>
          </a:prstGeom>
          <a:ln w="3175">
            <a:solidFill>
              <a:srgbClr val="BFBFBF"/>
            </a:solidFill>
          </a:ln>
        </p:spPr>
        <p:txBody>
          <a:bodyPr lIns="45718" tIns="45718" rIns="45718" bIns="45718"/>
          <a:lstStyle/>
          <a:p>
            <a:pPr/>
          </a:p>
        </p:txBody>
      </p:sp>
      <p:sp>
        <p:nvSpPr>
          <p:cNvPr id="118" name="TextBox 98"/>
          <p:cNvSpPr txBox="1"/>
          <p:nvPr/>
        </p:nvSpPr>
        <p:spPr>
          <a:xfrm>
            <a:off x="13070458" y="9889172"/>
            <a:ext cx="17630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119" name="TextBox 74"/>
          <p:cNvSpPr txBox="1"/>
          <p:nvPr/>
        </p:nvSpPr>
        <p:spPr>
          <a:xfrm>
            <a:off x="12243182" y="9193193"/>
            <a:ext cx="12663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120"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OA</a:t>
            </a:r>
          </a:p>
        </p:txBody>
      </p:sp>
      <p:sp>
        <p:nvSpPr>
          <p:cNvPr id="121" name="TextBox 96"/>
          <p:cNvSpPr txBox="1"/>
          <p:nvPr/>
        </p:nvSpPr>
        <p:spPr>
          <a:xfrm>
            <a:off x="12228576" y="9321327"/>
            <a:ext cx="8335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LD</a:t>
            </a:r>
          </a:p>
        </p:txBody>
      </p:sp>
      <p:sp>
        <p:nvSpPr>
          <p:cNvPr id="122" name="Freeform 21"/>
          <p:cNvSpPr/>
          <p:nvPr/>
        </p:nvSpPr>
        <p:spPr>
          <a:xfrm>
            <a:off x="13100005" y="9307141"/>
            <a:ext cx="2" cy="108002"/>
          </a:xfrm>
          <a:prstGeom prst="line">
            <a:avLst/>
          </a:prstGeom>
          <a:ln>
            <a:solidFill>
              <a:srgbClr val="BFBFBF"/>
            </a:solidFill>
          </a:ln>
        </p:spPr>
        <p:txBody>
          <a:bodyPr lIns="45718" tIns="45718" rIns="45718" bIns="45718"/>
          <a:lstStyle/>
          <a:p>
            <a:pPr/>
          </a:p>
        </p:txBody>
      </p:sp>
      <p:sp>
        <p:nvSpPr>
          <p:cNvPr id="123" name="Freeform 47"/>
          <p:cNvSpPr/>
          <p:nvPr/>
        </p:nvSpPr>
        <p:spPr>
          <a:xfrm>
            <a:off x="12226542" y="9184596"/>
            <a:ext cx="2646002" cy="2"/>
          </a:xfrm>
          <a:prstGeom prst="line">
            <a:avLst/>
          </a:prstGeom>
          <a:ln>
            <a:solidFill>
              <a:srgbClr val="BFBFBF"/>
            </a:solidFill>
          </a:ln>
        </p:spPr>
        <p:txBody>
          <a:bodyPr lIns="45718" tIns="45718" rIns="45718" bIns="45718"/>
          <a:lstStyle/>
          <a:p>
            <a:pPr/>
          </a:p>
        </p:txBody>
      </p:sp>
      <p:sp>
        <p:nvSpPr>
          <p:cNvPr id="124" name="TextBox 109"/>
          <p:cNvSpPr txBox="1"/>
          <p:nvPr/>
        </p:nvSpPr>
        <p:spPr>
          <a:xfrm>
            <a:off x="12253914" y="8867116"/>
            <a:ext cx="9599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125"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126" name="TextBox 111"/>
          <p:cNvSpPr txBox="1"/>
          <p:nvPr/>
        </p:nvSpPr>
        <p:spPr>
          <a:xfrm>
            <a:off x="13056406" y="9758240"/>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127" name="TextBox 113"/>
          <p:cNvSpPr txBox="1"/>
          <p:nvPr/>
        </p:nvSpPr>
        <p:spPr>
          <a:xfrm>
            <a:off x="12247271" y="9758240"/>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128"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03/10/2022</a:t>
            </a:r>
          </a:p>
        </p:txBody>
      </p:sp>
      <p:sp>
        <p:nvSpPr>
          <p:cNvPr id="129" name="Straight Connector 115"/>
          <p:cNvSpPr/>
          <p:nvPr/>
        </p:nvSpPr>
        <p:spPr>
          <a:xfrm>
            <a:off x="12237973" y="8270047"/>
            <a:ext cx="2636005" cy="2"/>
          </a:xfrm>
          <a:prstGeom prst="line">
            <a:avLst/>
          </a:prstGeom>
          <a:ln>
            <a:solidFill>
              <a:srgbClr val="BFBFBF"/>
            </a:solidFill>
          </a:ln>
        </p:spPr>
        <p:txBody>
          <a:bodyPr lIns="45718" tIns="45718" rIns="45718" bIns="45718"/>
          <a:lstStyle/>
          <a:p>
            <a:pPr/>
          </a:p>
        </p:txBody>
      </p:sp>
      <p:sp>
        <p:nvSpPr>
          <p:cNvPr id="130" name="Freeform 67"/>
          <p:cNvSpPr/>
          <p:nvPr/>
        </p:nvSpPr>
        <p:spPr>
          <a:xfrm>
            <a:off x="13962832" y="9310516"/>
            <a:ext cx="2" cy="108130"/>
          </a:xfrm>
          <a:prstGeom prst="line">
            <a:avLst/>
          </a:prstGeom>
          <a:ln>
            <a:solidFill>
              <a:srgbClr val="BFBFBF"/>
            </a:solidFill>
          </a:ln>
        </p:spPr>
        <p:txBody>
          <a:bodyPr lIns="45718" tIns="45718" rIns="45718" bIns="45718"/>
          <a:lstStyle/>
          <a:p>
            <a:pPr/>
          </a:p>
        </p:txBody>
      </p:sp>
      <p:sp>
        <p:nvSpPr>
          <p:cNvPr id="131" name="TextBox 117"/>
          <p:cNvSpPr txBox="1"/>
          <p:nvPr/>
        </p:nvSpPr>
        <p:spPr>
          <a:xfrm>
            <a:off x="13549306" y="7032755"/>
            <a:ext cx="1284187"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132" name="Rectangle 118"/>
          <p:cNvSpPr txBox="1"/>
          <p:nvPr/>
        </p:nvSpPr>
        <p:spPr>
          <a:xfrm>
            <a:off x="12292583" y="374374"/>
            <a:ext cx="2524151" cy="243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133"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134" name="Freeform 47"/>
          <p:cNvSpPr/>
          <p:nvPr/>
        </p:nvSpPr>
        <p:spPr>
          <a:xfrm flipV="1">
            <a:off x="13531175" y="9183037"/>
            <a:ext cx="2" cy="124738"/>
          </a:xfrm>
          <a:prstGeom prst="line">
            <a:avLst/>
          </a:prstGeom>
          <a:ln>
            <a:solidFill>
              <a:srgbClr val="BFBFBF"/>
            </a:solidFill>
          </a:ln>
        </p:spPr>
        <p:txBody>
          <a:bodyPr lIns="45718" tIns="45718" rIns="45718" bIns="45718"/>
          <a:lstStyle/>
          <a:p>
            <a:pPr/>
          </a:p>
        </p:txBody>
      </p:sp>
      <p:sp>
        <p:nvSpPr>
          <p:cNvPr id="135"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136" name="Straight Connector 53"/>
          <p:cNvSpPr/>
          <p:nvPr/>
        </p:nvSpPr>
        <p:spPr>
          <a:xfrm>
            <a:off x="12237973" y="7837999"/>
            <a:ext cx="2636005" cy="3"/>
          </a:xfrm>
          <a:prstGeom prst="line">
            <a:avLst/>
          </a:prstGeom>
          <a:ln>
            <a:solidFill>
              <a:srgbClr val="BFBFBF"/>
            </a:solidFill>
          </a:ln>
        </p:spPr>
        <p:txBody>
          <a:bodyPr lIns="45718" tIns="45718" rIns="45718" bIns="45718"/>
          <a:lstStyle/>
          <a:p>
            <a:pPr/>
          </a:p>
        </p:txBody>
      </p:sp>
      <p:sp>
        <p:nvSpPr>
          <p:cNvPr id="137" name="TextBox 5"/>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138" name="Freeform: Shape 6"/>
          <p:cNvSpPr/>
          <p:nvPr/>
        </p:nvSpPr>
        <p:spPr>
          <a:xfrm>
            <a:off x="12537433" y="7031193"/>
            <a:ext cx="705487" cy="6648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n-lt"/>
                <a:ea typeface="+mn-ea"/>
                <a:cs typeface="+mn-cs"/>
                <a:sym typeface="Calibri"/>
              </a:defRPr>
            </a:pPr>
          </a:p>
        </p:txBody>
      </p:sp>
      <p:sp>
        <p:nvSpPr>
          <p:cNvPr id="139" name="TextBox 4"/>
          <p:cNvSpPr txBox="1"/>
          <p:nvPr/>
        </p:nvSpPr>
        <p:spPr>
          <a:xfrm>
            <a:off x="12233457" y="8514819"/>
            <a:ext cx="2600969"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110 Westminster Bridge Rd, London SE1 7XG, United Kingdom</a:t>
            </a:r>
          </a:p>
        </p:txBody>
      </p:sp>
      <p:sp>
        <p:nvSpPr>
          <p:cNvPr id="140" name="TextBox 8"/>
          <p:cNvSpPr txBox="1"/>
          <p:nvPr/>
        </p:nvSpPr>
        <p:spPr>
          <a:xfrm>
            <a:off x="12239090" y="7990071"/>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B137 -  LAMBETH NORTH</a:t>
            </a:r>
          </a:p>
        </p:txBody>
      </p:sp>
      <p:sp>
        <p:nvSpPr>
          <p:cNvPr id="141" name="TextBox 9"/>
          <p:cNvSpPr txBox="1"/>
          <p:nvPr/>
        </p:nvSpPr>
        <p:spPr>
          <a:xfrm>
            <a:off x="13056406" y="9904169"/>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142" name="TextBox 12"/>
          <p:cNvSpPr txBox="1"/>
          <p:nvPr/>
        </p:nvSpPr>
        <p:spPr>
          <a:xfrm>
            <a:off x="12247271" y="9904169"/>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143"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01/07/2025</a:t>
            </a:r>
          </a:p>
        </p:txBody>
      </p:sp>
      <p:sp>
        <p:nvSpPr>
          <p:cNvPr id="144"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145" name="TextBox 3"/>
          <p:cNvSpPr txBox="1"/>
          <p:nvPr/>
        </p:nvSpPr>
        <p:spPr>
          <a:xfrm>
            <a:off x="12339755" y="6688781"/>
            <a:ext cx="252270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sp>
        <p:nvSpPr>
          <p:cNvPr id="146"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147" name="Rectangle 10"/>
          <p:cNvSpPr txBox="1"/>
          <p:nvPr/>
        </p:nvSpPr>
        <p:spPr>
          <a:xfrm>
            <a:off x="12277790" y="832006"/>
            <a:ext cx="535694"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grpSp>
        <p:nvGrpSpPr>
          <p:cNvPr id="167" name="Group 22"/>
          <p:cNvGrpSpPr/>
          <p:nvPr/>
        </p:nvGrpSpPr>
        <p:grpSpPr>
          <a:xfrm>
            <a:off x="12237972" y="1163440"/>
            <a:ext cx="2636007" cy="3987753"/>
            <a:chOff x="0" y="0"/>
            <a:chExt cx="2636005" cy="3987752"/>
          </a:xfrm>
        </p:grpSpPr>
        <p:pic>
          <p:nvPicPr>
            <p:cNvPr id="148" name="Picture 28" descr="Picture 28"/>
            <p:cNvPicPr>
              <a:picLocks noChangeAspect="1"/>
            </p:cNvPicPr>
            <p:nvPr/>
          </p:nvPicPr>
          <p:blipFill>
            <a:blip r:embed="rId2">
              <a:extLst/>
            </a:blip>
            <a:stretch>
              <a:fillRect/>
            </a:stretch>
          </p:blipFill>
          <p:spPr>
            <a:xfrm>
              <a:off x="134277" y="2585711"/>
              <a:ext cx="451093" cy="386651"/>
            </a:xfrm>
            <a:prstGeom prst="rect">
              <a:avLst/>
            </a:prstGeom>
            <a:ln w="12700" cap="flat">
              <a:noFill/>
              <a:miter lim="400000"/>
            </a:ln>
            <a:effectLst/>
          </p:spPr>
        </p:pic>
        <p:sp>
          <p:nvSpPr>
            <p:cNvPr id="149" name="Straight Connector 30"/>
            <p:cNvSpPr/>
            <p:nvPr/>
          </p:nvSpPr>
          <p:spPr>
            <a:xfrm>
              <a:off x="141995" y="165170"/>
              <a:ext cx="435658" cy="2"/>
            </a:xfrm>
            <a:prstGeom prst="line">
              <a:avLst/>
            </a:prstGeom>
            <a:noFill/>
            <a:ln w="57150" cap="flat">
              <a:solidFill>
                <a:srgbClr val="0000FF"/>
              </a:solidFill>
              <a:prstDash val="solid"/>
              <a:round/>
            </a:ln>
            <a:effectLst/>
          </p:spPr>
          <p:txBody>
            <a:bodyPr wrap="square" lIns="45718" tIns="45718" rIns="45718" bIns="45718" numCol="1" anchor="t">
              <a:noAutofit/>
            </a:bodyPr>
            <a:lstStyle/>
            <a:p>
              <a:pPr/>
            </a:p>
          </p:txBody>
        </p:sp>
        <p:sp>
          <p:nvSpPr>
            <p:cNvPr id="150" name="Straight Connector 31"/>
            <p:cNvSpPr/>
            <p:nvPr/>
          </p:nvSpPr>
          <p:spPr>
            <a:xfrm>
              <a:off x="141995" y="871196"/>
              <a:ext cx="435658" cy="2"/>
            </a:xfrm>
            <a:prstGeom prst="line">
              <a:avLst/>
            </a:prstGeom>
            <a:noFill/>
            <a:ln w="28575" cap="flat">
              <a:solidFill>
                <a:srgbClr val="FFFF00"/>
              </a:solidFill>
              <a:prstDash val="solid"/>
              <a:round/>
            </a:ln>
            <a:effectLst/>
          </p:spPr>
          <p:txBody>
            <a:bodyPr wrap="square" lIns="45718" tIns="45718" rIns="45718" bIns="45718" numCol="1" anchor="t">
              <a:noAutofit/>
            </a:bodyPr>
            <a:lstStyle/>
            <a:p>
              <a:pPr/>
            </a:p>
          </p:txBody>
        </p:sp>
        <p:sp>
          <p:nvSpPr>
            <p:cNvPr id="151" name="TextBox 32"/>
            <p:cNvSpPr txBox="1"/>
            <p:nvPr/>
          </p:nvSpPr>
          <p:spPr>
            <a:xfrm>
              <a:off x="1213757" y="1623678"/>
              <a:ext cx="74752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LRN</a:t>
              </a:r>
            </a:p>
          </p:txBody>
        </p:sp>
        <p:sp>
          <p:nvSpPr>
            <p:cNvPr id="152" name="TextBox 33"/>
            <p:cNvSpPr txBox="1"/>
            <p:nvPr/>
          </p:nvSpPr>
          <p:spPr>
            <a:xfrm>
              <a:off x="1213757" y="1154851"/>
              <a:ext cx="776321"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HCU</a:t>
              </a:r>
            </a:p>
          </p:txBody>
        </p:sp>
        <p:sp>
          <p:nvSpPr>
            <p:cNvPr id="153" name="TextBox 34"/>
            <p:cNvSpPr txBox="1"/>
            <p:nvPr/>
          </p:nvSpPr>
          <p:spPr>
            <a:xfrm>
              <a:off x="1213757" y="747654"/>
              <a:ext cx="79574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Fibre Cable</a:t>
              </a:r>
            </a:p>
          </p:txBody>
        </p:sp>
        <p:sp>
          <p:nvSpPr>
            <p:cNvPr id="154" name="TextBox 35"/>
            <p:cNvSpPr txBox="1"/>
            <p:nvPr/>
          </p:nvSpPr>
          <p:spPr>
            <a:xfrm>
              <a:off x="1213757" y="-1"/>
              <a:ext cx="865767" cy="2483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CAT6a Cable</a:t>
              </a:r>
            </a:p>
          </p:txBody>
        </p:sp>
        <p:pic>
          <p:nvPicPr>
            <p:cNvPr id="155" name="Picture 36" descr="Picture 36"/>
            <p:cNvPicPr>
              <a:picLocks noChangeAspect="1"/>
            </p:cNvPicPr>
            <p:nvPr/>
          </p:nvPicPr>
          <p:blipFill>
            <a:blip r:embed="rId3">
              <a:extLst/>
            </a:blip>
            <a:stretch>
              <a:fillRect/>
            </a:stretch>
          </p:blipFill>
          <p:spPr>
            <a:xfrm>
              <a:off x="145603" y="1548205"/>
              <a:ext cx="432051" cy="440348"/>
            </a:xfrm>
            <a:prstGeom prst="rect">
              <a:avLst/>
            </a:prstGeom>
            <a:ln w="12700" cap="flat">
              <a:noFill/>
              <a:miter lim="400000"/>
            </a:ln>
            <a:effectLst/>
          </p:spPr>
        </p:pic>
        <p:pic>
          <p:nvPicPr>
            <p:cNvPr id="156" name="Picture 37" descr="Picture 37"/>
            <p:cNvPicPr>
              <a:picLocks noChangeAspect="1"/>
            </p:cNvPicPr>
            <p:nvPr/>
          </p:nvPicPr>
          <p:blipFill>
            <a:blip r:embed="rId4">
              <a:extLst/>
            </a:blip>
            <a:stretch>
              <a:fillRect/>
            </a:stretch>
          </p:blipFill>
          <p:spPr>
            <a:xfrm>
              <a:off x="127769" y="1030034"/>
              <a:ext cx="438213" cy="441245"/>
            </a:xfrm>
            <a:prstGeom prst="rect">
              <a:avLst/>
            </a:prstGeom>
            <a:ln w="12700" cap="flat">
              <a:noFill/>
              <a:miter lim="400000"/>
            </a:ln>
            <a:effectLst/>
          </p:spPr>
        </p:pic>
        <p:pic>
          <p:nvPicPr>
            <p:cNvPr id="157" name="Picture 38" descr="Picture 38"/>
            <p:cNvPicPr>
              <a:picLocks noChangeAspect="1"/>
            </p:cNvPicPr>
            <p:nvPr/>
          </p:nvPicPr>
          <p:blipFill>
            <a:blip r:embed="rId5">
              <a:extLst/>
            </a:blip>
            <a:stretch>
              <a:fillRect/>
            </a:stretch>
          </p:blipFill>
          <p:spPr>
            <a:xfrm>
              <a:off x="162724" y="2048661"/>
              <a:ext cx="432050" cy="432051"/>
            </a:xfrm>
            <a:prstGeom prst="rect">
              <a:avLst/>
            </a:prstGeom>
            <a:ln w="12700" cap="flat">
              <a:noFill/>
              <a:miter lim="400000"/>
            </a:ln>
            <a:effectLst/>
          </p:spPr>
        </p:pic>
        <p:sp>
          <p:nvSpPr>
            <p:cNvPr id="158" name="TextBox 39"/>
            <p:cNvSpPr txBox="1"/>
            <p:nvPr/>
          </p:nvSpPr>
          <p:spPr>
            <a:xfrm>
              <a:off x="1213757" y="2140737"/>
              <a:ext cx="62935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Antenna</a:t>
              </a:r>
            </a:p>
          </p:txBody>
        </p:sp>
        <p:sp>
          <p:nvSpPr>
            <p:cNvPr id="159" name="TextBox 40"/>
            <p:cNvSpPr txBox="1"/>
            <p:nvPr/>
          </p:nvSpPr>
          <p:spPr>
            <a:xfrm>
              <a:off x="1213757" y="2655086"/>
              <a:ext cx="1096004"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Splitter/Coupler</a:t>
              </a:r>
            </a:p>
          </p:txBody>
        </p:sp>
        <p:sp>
          <p:nvSpPr>
            <p:cNvPr id="160" name="Straight Connector 41"/>
            <p:cNvSpPr/>
            <p:nvPr/>
          </p:nvSpPr>
          <p:spPr>
            <a:xfrm>
              <a:off x="141922" y="524656"/>
              <a:ext cx="435658" cy="2"/>
            </a:xfrm>
            <a:prstGeom prst="line">
              <a:avLst/>
            </a:prstGeom>
            <a:noFill/>
            <a:ln w="57150" cap="flat">
              <a:solidFill>
                <a:srgbClr val="7030A0"/>
              </a:solidFill>
              <a:prstDash val="solid"/>
              <a:round/>
            </a:ln>
            <a:effectLst/>
          </p:spPr>
          <p:txBody>
            <a:bodyPr wrap="square" lIns="45718" tIns="45718" rIns="45718" bIns="45718" numCol="1" anchor="t">
              <a:noAutofit/>
            </a:bodyPr>
            <a:lstStyle/>
            <a:p>
              <a:pPr/>
            </a:p>
          </p:txBody>
        </p:sp>
        <p:sp>
          <p:nvSpPr>
            <p:cNvPr id="161" name="TextBox 42"/>
            <p:cNvSpPr txBox="1"/>
            <p:nvPr/>
          </p:nvSpPr>
          <p:spPr>
            <a:xfrm>
              <a:off x="1217296" y="359486"/>
              <a:ext cx="1237465"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1/2” Coaxial Cable</a:t>
              </a:r>
            </a:p>
          </p:txBody>
        </p:sp>
        <p:sp>
          <p:nvSpPr>
            <p:cNvPr id="162" name="Straight Connector 43"/>
            <p:cNvSpPr/>
            <p:nvPr/>
          </p:nvSpPr>
          <p:spPr>
            <a:xfrm>
              <a:off x="-1" y="3987749"/>
              <a:ext cx="2636007" cy="3"/>
            </a:xfrm>
            <a:prstGeom prst="line">
              <a:avLst/>
            </a:prstGeom>
            <a:noFill/>
            <a:ln w="9525" cap="flat">
              <a:solidFill>
                <a:srgbClr val="BFBFBF"/>
              </a:solidFill>
              <a:prstDash val="solid"/>
              <a:round/>
            </a:ln>
            <a:effectLst/>
          </p:spPr>
          <p:txBody>
            <a:bodyPr wrap="square" lIns="45718" tIns="45718" rIns="45718" bIns="45718" numCol="1" anchor="t">
              <a:noAutofit/>
            </a:bodyPr>
            <a:lstStyle/>
            <a:p>
              <a:pPr/>
            </a:p>
          </p:txBody>
        </p:sp>
        <p:pic>
          <p:nvPicPr>
            <p:cNvPr id="163" name="Picture 44" descr="Picture 44"/>
            <p:cNvPicPr>
              <a:picLocks noChangeAspect="1"/>
            </p:cNvPicPr>
            <p:nvPr/>
          </p:nvPicPr>
          <p:blipFill>
            <a:blip r:embed="rId6">
              <a:extLst/>
            </a:blip>
            <a:stretch>
              <a:fillRect/>
            </a:stretch>
          </p:blipFill>
          <p:spPr>
            <a:xfrm>
              <a:off x="187837" y="3681623"/>
              <a:ext cx="360002" cy="172502"/>
            </a:xfrm>
            <a:prstGeom prst="rect">
              <a:avLst/>
            </a:prstGeom>
            <a:ln w="12700" cap="flat">
              <a:noFill/>
              <a:miter lim="400000"/>
            </a:ln>
            <a:effectLst/>
          </p:spPr>
        </p:pic>
        <p:sp>
          <p:nvSpPr>
            <p:cNvPr id="164" name="TextBox 45"/>
            <p:cNvSpPr txBox="1"/>
            <p:nvPr/>
          </p:nvSpPr>
          <p:spPr>
            <a:xfrm>
              <a:off x="1213757" y="3638742"/>
              <a:ext cx="29858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Via</a:t>
              </a:r>
            </a:p>
          </p:txBody>
        </p:sp>
        <p:pic>
          <p:nvPicPr>
            <p:cNvPr id="165" name="Picture 46" descr="Picture 46"/>
            <p:cNvPicPr>
              <a:picLocks noChangeAspect="1"/>
            </p:cNvPicPr>
            <p:nvPr/>
          </p:nvPicPr>
          <p:blipFill>
            <a:blip r:embed="rId7">
              <a:extLst/>
            </a:blip>
            <a:stretch>
              <a:fillRect/>
            </a:stretch>
          </p:blipFill>
          <p:spPr>
            <a:xfrm>
              <a:off x="150971" y="3149744"/>
              <a:ext cx="414905" cy="384791"/>
            </a:xfrm>
            <a:prstGeom prst="rect">
              <a:avLst/>
            </a:prstGeom>
            <a:ln w="12700" cap="flat">
              <a:noFill/>
              <a:miter lim="400000"/>
            </a:ln>
            <a:effectLst/>
          </p:spPr>
        </p:pic>
        <p:sp>
          <p:nvSpPr>
            <p:cNvPr id="166" name="TextBox 47"/>
            <p:cNvSpPr txBox="1"/>
            <p:nvPr/>
          </p:nvSpPr>
          <p:spPr>
            <a:xfrm>
              <a:off x="1204995" y="3182917"/>
              <a:ext cx="410427"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Riser</a:t>
              </a:r>
            </a:p>
          </p:txBody>
        </p:sp>
      </p:grpSp>
      <p:sp>
        <p:nvSpPr>
          <p:cNvPr id="1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2_GA">
    <p:spTree>
      <p:nvGrpSpPr>
        <p:cNvPr id="1" name=""/>
        <p:cNvGrpSpPr/>
        <p:nvPr/>
      </p:nvGrpSpPr>
      <p:grpSpPr>
        <a:xfrm>
          <a:off x="0" y="0"/>
          <a:ext cx="0" cy="0"/>
          <a:chOff x="0" y="0"/>
          <a:chExt cx="0" cy="0"/>
        </a:xfrm>
      </p:grpSpPr>
      <p:sp>
        <p:nvSpPr>
          <p:cNvPr id="175" name="TextBox 66"/>
          <p:cNvSpPr txBox="1"/>
          <p:nvPr/>
        </p:nvSpPr>
        <p:spPr>
          <a:xfrm>
            <a:off x="13525788" y="9201184"/>
            <a:ext cx="130066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176" name="TextBox 85"/>
          <p:cNvSpPr txBox="1"/>
          <p:nvPr/>
        </p:nvSpPr>
        <p:spPr>
          <a:xfrm>
            <a:off x="13969973" y="9321327"/>
            <a:ext cx="8564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CK</a:t>
            </a:r>
          </a:p>
        </p:txBody>
      </p:sp>
      <p:sp>
        <p:nvSpPr>
          <p:cNvPr id="177"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178" name="Freeform 10"/>
          <p:cNvSpPr/>
          <p:nvPr/>
        </p:nvSpPr>
        <p:spPr>
          <a:xfrm flipH="1">
            <a:off x="12234861" y="209550"/>
            <a:ext cx="1" cy="10224002"/>
          </a:xfrm>
          <a:prstGeom prst="line">
            <a:avLst/>
          </a:prstGeom>
          <a:ln>
            <a:solidFill>
              <a:srgbClr val="BFBFBF"/>
            </a:solidFill>
          </a:ln>
        </p:spPr>
        <p:txBody>
          <a:bodyPr lIns="45718" tIns="45718" rIns="45718" bIns="45718"/>
          <a:lstStyle/>
          <a:p>
            <a:pPr/>
          </a:p>
        </p:txBody>
      </p:sp>
      <p:sp>
        <p:nvSpPr>
          <p:cNvPr id="179" name="Freeform 11"/>
          <p:cNvSpPr/>
          <p:nvPr/>
        </p:nvSpPr>
        <p:spPr>
          <a:xfrm>
            <a:off x="12230100" y="702182"/>
            <a:ext cx="2646001" cy="3"/>
          </a:xfrm>
          <a:prstGeom prst="line">
            <a:avLst/>
          </a:prstGeom>
          <a:ln>
            <a:solidFill>
              <a:srgbClr val="BFBFBF"/>
            </a:solidFill>
          </a:ln>
        </p:spPr>
        <p:txBody>
          <a:bodyPr lIns="45718" tIns="45718" rIns="45718" bIns="45718"/>
          <a:lstStyle/>
          <a:p>
            <a:pPr/>
          </a:p>
        </p:txBody>
      </p:sp>
      <p:sp>
        <p:nvSpPr>
          <p:cNvPr id="180"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181" name="Freeform 45"/>
          <p:cNvSpPr/>
          <p:nvPr/>
        </p:nvSpPr>
        <p:spPr>
          <a:xfrm>
            <a:off x="12230100" y="8848334"/>
            <a:ext cx="2646001" cy="2"/>
          </a:xfrm>
          <a:prstGeom prst="line">
            <a:avLst/>
          </a:prstGeom>
          <a:ln>
            <a:solidFill>
              <a:srgbClr val="BFBFBF"/>
            </a:solidFill>
          </a:ln>
        </p:spPr>
        <p:txBody>
          <a:bodyPr lIns="45718" tIns="45718" rIns="45718" bIns="45718"/>
          <a:lstStyle/>
          <a:p>
            <a:pPr/>
          </a:p>
        </p:txBody>
      </p:sp>
      <p:sp>
        <p:nvSpPr>
          <p:cNvPr id="182" name="Freeform 47"/>
          <p:cNvSpPr/>
          <p:nvPr/>
        </p:nvSpPr>
        <p:spPr>
          <a:xfrm>
            <a:off x="12237973" y="9307141"/>
            <a:ext cx="2631523" cy="2"/>
          </a:xfrm>
          <a:prstGeom prst="line">
            <a:avLst/>
          </a:prstGeom>
          <a:ln>
            <a:solidFill>
              <a:srgbClr val="BFBFBF"/>
            </a:solidFill>
          </a:ln>
        </p:spPr>
        <p:txBody>
          <a:bodyPr lIns="45718" tIns="45718" rIns="45718" bIns="45718"/>
          <a:lstStyle/>
          <a:p>
            <a:pPr/>
          </a:p>
        </p:txBody>
      </p:sp>
      <p:sp>
        <p:nvSpPr>
          <p:cNvPr id="183" name="Freeform 48"/>
          <p:cNvSpPr/>
          <p:nvPr/>
        </p:nvSpPr>
        <p:spPr>
          <a:xfrm>
            <a:off x="12229154" y="9417119"/>
            <a:ext cx="2646002" cy="2"/>
          </a:xfrm>
          <a:prstGeom prst="line">
            <a:avLst/>
          </a:prstGeom>
          <a:ln>
            <a:solidFill>
              <a:srgbClr val="BFBFBF"/>
            </a:solidFill>
          </a:ln>
        </p:spPr>
        <p:txBody>
          <a:bodyPr lIns="45718" tIns="45718" rIns="45718" bIns="45718"/>
          <a:lstStyle/>
          <a:p>
            <a:pPr/>
          </a:p>
        </p:txBody>
      </p:sp>
      <p:sp>
        <p:nvSpPr>
          <p:cNvPr id="184" name="Freeform 67"/>
          <p:cNvSpPr/>
          <p:nvPr/>
        </p:nvSpPr>
        <p:spPr>
          <a:xfrm>
            <a:off x="13545545" y="6950907"/>
            <a:ext cx="2" cy="890404"/>
          </a:xfrm>
          <a:prstGeom prst="line">
            <a:avLst/>
          </a:prstGeom>
          <a:ln>
            <a:solidFill>
              <a:srgbClr val="BFBFBF"/>
            </a:solidFill>
          </a:ln>
        </p:spPr>
        <p:txBody>
          <a:bodyPr lIns="45718" tIns="45718" rIns="45718" bIns="45718"/>
          <a:lstStyle/>
          <a:p>
            <a:pPr/>
          </a:p>
        </p:txBody>
      </p:sp>
      <p:sp>
        <p:nvSpPr>
          <p:cNvPr id="185" name="TextBox 75"/>
          <p:cNvSpPr txBox="1"/>
          <p:nvPr/>
        </p:nvSpPr>
        <p:spPr>
          <a:xfrm>
            <a:off x="12234160" y="9470638"/>
            <a:ext cx="25922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186" name="Freeform 76"/>
          <p:cNvSpPr/>
          <p:nvPr/>
        </p:nvSpPr>
        <p:spPr>
          <a:xfrm>
            <a:off x="12233492" y="9612058"/>
            <a:ext cx="2636005" cy="2"/>
          </a:xfrm>
          <a:prstGeom prst="line">
            <a:avLst/>
          </a:prstGeom>
          <a:ln w="3175">
            <a:solidFill>
              <a:srgbClr val="BFBFBF"/>
            </a:solidFill>
          </a:ln>
        </p:spPr>
        <p:txBody>
          <a:bodyPr lIns="45718" tIns="45718" rIns="45718" bIns="45718"/>
          <a:lstStyle/>
          <a:p>
            <a:pPr/>
          </a:p>
        </p:txBody>
      </p:sp>
      <p:sp>
        <p:nvSpPr>
          <p:cNvPr id="187" name="TextBox 77"/>
          <p:cNvSpPr txBox="1"/>
          <p:nvPr/>
        </p:nvSpPr>
        <p:spPr>
          <a:xfrm>
            <a:off x="12507654" y="9632305"/>
            <a:ext cx="510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188" name="Freeform 79"/>
          <p:cNvSpPr/>
          <p:nvPr/>
        </p:nvSpPr>
        <p:spPr>
          <a:xfrm>
            <a:off x="12513692" y="9612117"/>
            <a:ext cx="2" cy="821436"/>
          </a:xfrm>
          <a:prstGeom prst="line">
            <a:avLst/>
          </a:prstGeom>
          <a:ln w="3175">
            <a:solidFill>
              <a:srgbClr val="BFBFBF"/>
            </a:solidFill>
          </a:ln>
        </p:spPr>
        <p:txBody>
          <a:bodyPr lIns="45718" tIns="45718" rIns="45718" bIns="45718"/>
          <a:lstStyle/>
          <a:p>
            <a:pPr/>
          </a:p>
        </p:txBody>
      </p:sp>
      <p:sp>
        <p:nvSpPr>
          <p:cNvPr id="189"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190" name="Freeform 82"/>
          <p:cNvSpPr/>
          <p:nvPr/>
        </p:nvSpPr>
        <p:spPr>
          <a:xfrm>
            <a:off x="12236067" y="9736835"/>
            <a:ext cx="2636005" cy="2"/>
          </a:xfrm>
          <a:prstGeom prst="line">
            <a:avLst/>
          </a:prstGeom>
          <a:ln w="3175">
            <a:solidFill>
              <a:srgbClr val="BFBFBF"/>
            </a:solidFill>
          </a:ln>
        </p:spPr>
        <p:txBody>
          <a:bodyPr lIns="45718" tIns="45718" rIns="45718" bIns="45718"/>
          <a:lstStyle/>
          <a:p>
            <a:pPr/>
          </a:p>
        </p:txBody>
      </p:sp>
      <p:sp>
        <p:nvSpPr>
          <p:cNvPr id="191" name="Freeform 83"/>
          <p:cNvSpPr/>
          <p:nvPr/>
        </p:nvSpPr>
        <p:spPr>
          <a:xfrm>
            <a:off x="13052420" y="9614214"/>
            <a:ext cx="2" cy="824699"/>
          </a:xfrm>
          <a:prstGeom prst="line">
            <a:avLst/>
          </a:prstGeom>
          <a:ln w="3175">
            <a:solidFill>
              <a:srgbClr val="BFBFBF"/>
            </a:solidFill>
          </a:ln>
        </p:spPr>
        <p:txBody>
          <a:bodyPr lIns="45718" tIns="45718" rIns="45718" bIns="45718"/>
          <a:lstStyle/>
          <a:p>
            <a:pPr/>
          </a:p>
        </p:txBody>
      </p:sp>
      <p:sp>
        <p:nvSpPr>
          <p:cNvPr id="192" name="TextBox 84"/>
          <p:cNvSpPr txBox="1"/>
          <p:nvPr/>
        </p:nvSpPr>
        <p:spPr>
          <a:xfrm>
            <a:off x="13058443" y="9631360"/>
            <a:ext cx="17816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193" name="Freeform 86"/>
          <p:cNvSpPr/>
          <p:nvPr/>
        </p:nvSpPr>
        <p:spPr>
          <a:xfrm>
            <a:off x="12237973" y="9877804"/>
            <a:ext cx="2636006" cy="2"/>
          </a:xfrm>
          <a:prstGeom prst="line">
            <a:avLst/>
          </a:prstGeom>
          <a:ln w="3175">
            <a:solidFill>
              <a:srgbClr val="BFBFBF"/>
            </a:solidFill>
          </a:ln>
        </p:spPr>
        <p:txBody>
          <a:bodyPr lIns="45718" tIns="45718" rIns="45718" bIns="45718"/>
          <a:lstStyle/>
          <a:p>
            <a:pPr/>
          </a:p>
        </p:txBody>
      </p:sp>
      <p:sp>
        <p:nvSpPr>
          <p:cNvPr id="194" name="Freeform 87"/>
          <p:cNvSpPr/>
          <p:nvPr/>
        </p:nvSpPr>
        <p:spPr>
          <a:xfrm>
            <a:off x="12236067" y="9878180"/>
            <a:ext cx="2636005" cy="3"/>
          </a:xfrm>
          <a:prstGeom prst="line">
            <a:avLst/>
          </a:prstGeom>
          <a:ln w="3175">
            <a:solidFill>
              <a:srgbClr val="BFBFBF"/>
            </a:solidFill>
          </a:ln>
        </p:spPr>
        <p:txBody>
          <a:bodyPr lIns="45718" tIns="45718" rIns="45718" bIns="45718"/>
          <a:lstStyle/>
          <a:p>
            <a:pPr/>
          </a:p>
        </p:txBody>
      </p:sp>
      <p:sp>
        <p:nvSpPr>
          <p:cNvPr id="195" name="Freeform 88"/>
          <p:cNvSpPr/>
          <p:nvPr/>
        </p:nvSpPr>
        <p:spPr>
          <a:xfrm>
            <a:off x="12237973" y="10019151"/>
            <a:ext cx="2636006" cy="2"/>
          </a:xfrm>
          <a:prstGeom prst="line">
            <a:avLst/>
          </a:prstGeom>
          <a:ln w="3175">
            <a:solidFill>
              <a:srgbClr val="BFBFBF"/>
            </a:solidFill>
          </a:ln>
        </p:spPr>
        <p:txBody>
          <a:bodyPr lIns="45718" tIns="45718" rIns="45718" bIns="45718"/>
          <a:lstStyle/>
          <a:p>
            <a:pPr/>
          </a:p>
        </p:txBody>
      </p:sp>
      <p:sp>
        <p:nvSpPr>
          <p:cNvPr id="196" name="Freeform 90"/>
          <p:cNvSpPr/>
          <p:nvPr/>
        </p:nvSpPr>
        <p:spPr>
          <a:xfrm>
            <a:off x="12237973" y="10159356"/>
            <a:ext cx="2636006" cy="3"/>
          </a:xfrm>
          <a:prstGeom prst="line">
            <a:avLst/>
          </a:prstGeom>
          <a:ln w="3175">
            <a:solidFill>
              <a:srgbClr val="BFBFBF"/>
            </a:solidFill>
          </a:ln>
        </p:spPr>
        <p:txBody>
          <a:bodyPr lIns="45718" tIns="45718" rIns="45718" bIns="45718"/>
          <a:lstStyle/>
          <a:p>
            <a:pPr/>
          </a:p>
        </p:txBody>
      </p:sp>
      <p:sp>
        <p:nvSpPr>
          <p:cNvPr id="197" name="Straight Connector 2"/>
          <p:cNvSpPr/>
          <p:nvPr/>
        </p:nvSpPr>
        <p:spPr>
          <a:xfrm>
            <a:off x="12237973" y="6947426"/>
            <a:ext cx="2636005" cy="2"/>
          </a:xfrm>
          <a:prstGeom prst="line">
            <a:avLst/>
          </a:prstGeom>
          <a:ln>
            <a:solidFill>
              <a:srgbClr val="BFBFBF"/>
            </a:solidFill>
          </a:ln>
        </p:spPr>
        <p:txBody>
          <a:bodyPr lIns="45718" tIns="45718" rIns="45718" bIns="45718"/>
          <a:lstStyle/>
          <a:p>
            <a:pPr/>
          </a:p>
        </p:txBody>
      </p:sp>
      <p:sp>
        <p:nvSpPr>
          <p:cNvPr id="198" name="Straight Connector 71"/>
          <p:cNvSpPr/>
          <p:nvPr/>
        </p:nvSpPr>
        <p:spPr>
          <a:xfrm>
            <a:off x="12237973" y="6659394"/>
            <a:ext cx="2636005" cy="2"/>
          </a:xfrm>
          <a:prstGeom prst="line">
            <a:avLst/>
          </a:prstGeom>
          <a:ln>
            <a:solidFill>
              <a:srgbClr val="BFBFBF"/>
            </a:solidFill>
          </a:ln>
        </p:spPr>
        <p:txBody>
          <a:bodyPr lIns="45718" tIns="45718" rIns="45718" bIns="45718"/>
          <a:lstStyle/>
          <a:p>
            <a:pPr/>
          </a:p>
        </p:txBody>
      </p:sp>
      <p:sp>
        <p:nvSpPr>
          <p:cNvPr id="199" name="Freeform 90"/>
          <p:cNvSpPr/>
          <p:nvPr/>
        </p:nvSpPr>
        <p:spPr>
          <a:xfrm>
            <a:off x="12237973" y="10298666"/>
            <a:ext cx="2636006" cy="2"/>
          </a:xfrm>
          <a:prstGeom prst="line">
            <a:avLst/>
          </a:prstGeom>
          <a:ln w="3175">
            <a:solidFill>
              <a:srgbClr val="BFBFBF"/>
            </a:solidFill>
          </a:ln>
        </p:spPr>
        <p:txBody>
          <a:bodyPr lIns="45718" tIns="45718" rIns="45718" bIns="45718"/>
          <a:lstStyle/>
          <a:p>
            <a:pPr/>
          </a:p>
        </p:txBody>
      </p:sp>
      <p:sp>
        <p:nvSpPr>
          <p:cNvPr id="200" name="TextBox 98"/>
          <p:cNvSpPr txBox="1"/>
          <p:nvPr/>
        </p:nvSpPr>
        <p:spPr>
          <a:xfrm>
            <a:off x="13070458" y="9889172"/>
            <a:ext cx="17630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201" name="TextBox 74"/>
          <p:cNvSpPr txBox="1"/>
          <p:nvPr/>
        </p:nvSpPr>
        <p:spPr>
          <a:xfrm>
            <a:off x="12243182" y="9193193"/>
            <a:ext cx="12663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202"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OA</a:t>
            </a:r>
          </a:p>
        </p:txBody>
      </p:sp>
      <p:sp>
        <p:nvSpPr>
          <p:cNvPr id="203" name="TextBox 96"/>
          <p:cNvSpPr txBox="1"/>
          <p:nvPr/>
        </p:nvSpPr>
        <p:spPr>
          <a:xfrm>
            <a:off x="12228576" y="9321327"/>
            <a:ext cx="8335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LD</a:t>
            </a:r>
          </a:p>
        </p:txBody>
      </p:sp>
      <p:sp>
        <p:nvSpPr>
          <p:cNvPr id="204" name="Freeform 21"/>
          <p:cNvSpPr/>
          <p:nvPr/>
        </p:nvSpPr>
        <p:spPr>
          <a:xfrm>
            <a:off x="13100005" y="9307141"/>
            <a:ext cx="2" cy="108002"/>
          </a:xfrm>
          <a:prstGeom prst="line">
            <a:avLst/>
          </a:prstGeom>
          <a:ln>
            <a:solidFill>
              <a:srgbClr val="BFBFBF"/>
            </a:solidFill>
          </a:ln>
        </p:spPr>
        <p:txBody>
          <a:bodyPr lIns="45718" tIns="45718" rIns="45718" bIns="45718"/>
          <a:lstStyle/>
          <a:p>
            <a:pPr/>
          </a:p>
        </p:txBody>
      </p:sp>
      <p:sp>
        <p:nvSpPr>
          <p:cNvPr id="205" name="Freeform 47"/>
          <p:cNvSpPr/>
          <p:nvPr/>
        </p:nvSpPr>
        <p:spPr>
          <a:xfrm>
            <a:off x="12226542" y="9184596"/>
            <a:ext cx="2646002" cy="2"/>
          </a:xfrm>
          <a:prstGeom prst="line">
            <a:avLst/>
          </a:prstGeom>
          <a:ln>
            <a:solidFill>
              <a:srgbClr val="BFBFBF"/>
            </a:solidFill>
          </a:ln>
        </p:spPr>
        <p:txBody>
          <a:bodyPr lIns="45718" tIns="45718" rIns="45718" bIns="45718"/>
          <a:lstStyle/>
          <a:p>
            <a:pPr/>
          </a:p>
        </p:txBody>
      </p:sp>
      <p:sp>
        <p:nvSpPr>
          <p:cNvPr id="206" name="TextBox 109"/>
          <p:cNvSpPr txBox="1"/>
          <p:nvPr/>
        </p:nvSpPr>
        <p:spPr>
          <a:xfrm>
            <a:off x="12253914" y="8867116"/>
            <a:ext cx="9599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207"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208" name="TextBox 111"/>
          <p:cNvSpPr txBox="1"/>
          <p:nvPr/>
        </p:nvSpPr>
        <p:spPr>
          <a:xfrm>
            <a:off x="13056406" y="9758240"/>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209" name="TextBox 113"/>
          <p:cNvSpPr txBox="1"/>
          <p:nvPr/>
        </p:nvSpPr>
        <p:spPr>
          <a:xfrm>
            <a:off x="12247271" y="9758240"/>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210"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03/10/2022</a:t>
            </a:r>
          </a:p>
        </p:txBody>
      </p:sp>
      <p:sp>
        <p:nvSpPr>
          <p:cNvPr id="211" name="Straight Connector 115"/>
          <p:cNvSpPr/>
          <p:nvPr/>
        </p:nvSpPr>
        <p:spPr>
          <a:xfrm>
            <a:off x="12237973" y="8270047"/>
            <a:ext cx="2636005" cy="2"/>
          </a:xfrm>
          <a:prstGeom prst="line">
            <a:avLst/>
          </a:prstGeom>
          <a:ln>
            <a:solidFill>
              <a:srgbClr val="BFBFBF"/>
            </a:solidFill>
          </a:ln>
        </p:spPr>
        <p:txBody>
          <a:bodyPr lIns="45718" tIns="45718" rIns="45718" bIns="45718"/>
          <a:lstStyle/>
          <a:p>
            <a:pPr/>
          </a:p>
        </p:txBody>
      </p:sp>
      <p:sp>
        <p:nvSpPr>
          <p:cNvPr id="212" name="Freeform 67"/>
          <p:cNvSpPr/>
          <p:nvPr/>
        </p:nvSpPr>
        <p:spPr>
          <a:xfrm>
            <a:off x="13962832" y="9310516"/>
            <a:ext cx="2" cy="108130"/>
          </a:xfrm>
          <a:prstGeom prst="line">
            <a:avLst/>
          </a:prstGeom>
          <a:ln>
            <a:solidFill>
              <a:srgbClr val="BFBFBF"/>
            </a:solidFill>
          </a:ln>
        </p:spPr>
        <p:txBody>
          <a:bodyPr lIns="45718" tIns="45718" rIns="45718" bIns="45718"/>
          <a:lstStyle/>
          <a:p>
            <a:pPr/>
          </a:p>
        </p:txBody>
      </p:sp>
      <p:sp>
        <p:nvSpPr>
          <p:cNvPr id="213" name="TextBox 117"/>
          <p:cNvSpPr txBox="1"/>
          <p:nvPr/>
        </p:nvSpPr>
        <p:spPr>
          <a:xfrm>
            <a:off x="13549306" y="7032755"/>
            <a:ext cx="1284187"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214" name="Rectangle 118"/>
          <p:cNvSpPr txBox="1"/>
          <p:nvPr/>
        </p:nvSpPr>
        <p:spPr>
          <a:xfrm>
            <a:off x="12292583" y="374374"/>
            <a:ext cx="2524151" cy="243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215"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216" name="Freeform 47"/>
          <p:cNvSpPr/>
          <p:nvPr/>
        </p:nvSpPr>
        <p:spPr>
          <a:xfrm flipV="1">
            <a:off x="13531175" y="9183037"/>
            <a:ext cx="2" cy="124738"/>
          </a:xfrm>
          <a:prstGeom prst="line">
            <a:avLst/>
          </a:prstGeom>
          <a:ln>
            <a:solidFill>
              <a:srgbClr val="BFBFBF"/>
            </a:solidFill>
          </a:ln>
        </p:spPr>
        <p:txBody>
          <a:bodyPr lIns="45718" tIns="45718" rIns="45718" bIns="45718"/>
          <a:lstStyle/>
          <a:p>
            <a:pPr/>
          </a:p>
        </p:txBody>
      </p:sp>
      <p:sp>
        <p:nvSpPr>
          <p:cNvPr id="217"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218" name="Straight Connector 53"/>
          <p:cNvSpPr/>
          <p:nvPr/>
        </p:nvSpPr>
        <p:spPr>
          <a:xfrm>
            <a:off x="12237973" y="7837999"/>
            <a:ext cx="2636005" cy="3"/>
          </a:xfrm>
          <a:prstGeom prst="line">
            <a:avLst/>
          </a:prstGeom>
          <a:ln>
            <a:solidFill>
              <a:srgbClr val="BFBFBF"/>
            </a:solidFill>
          </a:ln>
        </p:spPr>
        <p:txBody>
          <a:bodyPr lIns="45718" tIns="45718" rIns="45718" bIns="45718"/>
          <a:lstStyle/>
          <a:p>
            <a:pPr/>
          </a:p>
        </p:txBody>
      </p:sp>
      <p:sp>
        <p:nvSpPr>
          <p:cNvPr id="219" name="TextBox 5"/>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220" name="Freeform: Shape 6"/>
          <p:cNvSpPr/>
          <p:nvPr/>
        </p:nvSpPr>
        <p:spPr>
          <a:xfrm>
            <a:off x="12537433" y="7031193"/>
            <a:ext cx="705487" cy="6648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n-lt"/>
                <a:ea typeface="+mn-ea"/>
                <a:cs typeface="+mn-cs"/>
                <a:sym typeface="Calibri"/>
              </a:defRPr>
            </a:pPr>
          </a:p>
        </p:txBody>
      </p:sp>
      <p:sp>
        <p:nvSpPr>
          <p:cNvPr id="221" name="TextBox 4"/>
          <p:cNvSpPr txBox="1"/>
          <p:nvPr/>
        </p:nvSpPr>
        <p:spPr>
          <a:xfrm>
            <a:off x="12233457" y="8514819"/>
            <a:ext cx="2600969"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110 Westminster Bridge Rd, London SE1 7XG, United Kingdom</a:t>
            </a:r>
          </a:p>
        </p:txBody>
      </p:sp>
      <p:sp>
        <p:nvSpPr>
          <p:cNvPr id="222" name="TextBox 8"/>
          <p:cNvSpPr txBox="1"/>
          <p:nvPr/>
        </p:nvSpPr>
        <p:spPr>
          <a:xfrm>
            <a:off x="12239090" y="7990071"/>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B137 -  LAMBETH NORTH</a:t>
            </a:r>
          </a:p>
        </p:txBody>
      </p:sp>
      <p:sp>
        <p:nvSpPr>
          <p:cNvPr id="223" name="TextBox 9"/>
          <p:cNvSpPr txBox="1"/>
          <p:nvPr/>
        </p:nvSpPr>
        <p:spPr>
          <a:xfrm>
            <a:off x="13056406" y="9904169"/>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224" name="TextBox 12"/>
          <p:cNvSpPr txBox="1"/>
          <p:nvPr/>
        </p:nvSpPr>
        <p:spPr>
          <a:xfrm>
            <a:off x="12247271" y="9904169"/>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225"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01/07/2025</a:t>
            </a:r>
          </a:p>
        </p:txBody>
      </p:sp>
      <p:sp>
        <p:nvSpPr>
          <p:cNvPr id="226"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227" name="TextBox 3"/>
          <p:cNvSpPr txBox="1"/>
          <p:nvPr/>
        </p:nvSpPr>
        <p:spPr>
          <a:xfrm>
            <a:off x="12339755" y="6688781"/>
            <a:ext cx="252270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pic>
        <p:nvPicPr>
          <p:cNvPr id="228" name="Picture 2" descr="Picture 2"/>
          <p:cNvPicPr>
            <a:picLocks noChangeAspect="1"/>
          </p:cNvPicPr>
          <p:nvPr/>
        </p:nvPicPr>
        <p:blipFill>
          <a:blip r:embed="rId2">
            <a:extLst/>
          </a:blip>
          <a:stretch>
            <a:fillRect/>
          </a:stretch>
        </p:blipFill>
        <p:spPr>
          <a:xfrm>
            <a:off x="14142457" y="5778748"/>
            <a:ext cx="720002" cy="720002"/>
          </a:xfrm>
          <a:prstGeom prst="rect">
            <a:avLst/>
          </a:prstGeom>
          <a:ln w="12700">
            <a:miter lim="400000"/>
          </a:ln>
        </p:spPr>
      </p:pic>
      <p:sp>
        <p:nvSpPr>
          <p:cNvPr id="229"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230" name="Rectangle 10"/>
          <p:cNvSpPr txBox="1"/>
          <p:nvPr/>
        </p:nvSpPr>
        <p:spPr>
          <a:xfrm>
            <a:off x="12277790" y="832006"/>
            <a:ext cx="535694"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sp>
        <p:nvSpPr>
          <p:cNvPr id="231" name="Straight Connector 24"/>
          <p:cNvSpPr/>
          <p:nvPr/>
        </p:nvSpPr>
        <p:spPr>
          <a:xfrm>
            <a:off x="12237973" y="4014550"/>
            <a:ext cx="2636005" cy="3"/>
          </a:xfrm>
          <a:prstGeom prst="line">
            <a:avLst/>
          </a:prstGeom>
          <a:ln>
            <a:solidFill>
              <a:srgbClr val="BFBFBF"/>
            </a:solidFill>
          </a:ln>
        </p:spPr>
        <p:txBody>
          <a:bodyPr lIns="45718" tIns="45718" rIns="45718" bIns="45718"/>
          <a:lstStyle/>
          <a:p>
            <a:pPr/>
          </a:p>
        </p:txBody>
      </p:sp>
      <p:pic>
        <p:nvPicPr>
          <p:cNvPr id="232" name="Picture 35" descr="Picture 35"/>
          <p:cNvPicPr>
            <a:picLocks noChangeAspect="1"/>
          </p:cNvPicPr>
          <p:nvPr/>
        </p:nvPicPr>
        <p:blipFill>
          <a:blip r:embed="rId3">
            <a:extLst/>
          </a:blip>
          <a:stretch>
            <a:fillRect/>
          </a:stretch>
        </p:blipFill>
        <p:spPr>
          <a:xfrm>
            <a:off x="12263063" y="1363132"/>
            <a:ext cx="2586717" cy="775817"/>
          </a:xfrm>
          <a:prstGeom prst="rect">
            <a:avLst/>
          </a:prstGeom>
          <a:ln w="12700">
            <a:miter lim="400000"/>
          </a:ln>
        </p:spPr>
      </p:pic>
      <p:sp>
        <p:nvSpPr>
          <p:cNvPr id="233" name="Rectangle 1"/>
          <p:cNvSpPr/>
          <p:nvPr/>
        </p:nvSpPr>
        <p:spPr>
          <a:xfrm>
            <a:off x="13633450" y="1357209"/>
            <a:ext cx="1066800" cy="282777"/>
          </a:xfrm>
          <a:prstGeom prst="rect">
            <a:avLst/>
          </a:prstGeom>
          <a:solidFill>
            <a:srgbClr val="FFFFFF"/>
          </a:solidFill>
          <a:ln w="12700">
            <a:miter lim="400000"/>
          </a:ln>
        </p:spPr>
        <p:txBody>
          <a:bodyPr lIns="45718" tIns="45718" rIns="45718" bIns="45718" anchor="ctr"/>
          <a:lstStyle/>
          <a:p>
            <a:pPr algn="ctr">
              <a:defRPr>
                <a:latin typeface="+mn-lt"/>
                <a:ea typeface="+mn-ea"/>
                <a:cs typeface="+mn-cs"/>
                <a:sym typeface="Calibri"/>
              </a:defRPr>
            </a:pPr>
          </a:p>
        </p:txBody>
      </p:sp>
      <p:sp>
        <p:nvSpPr>
          <p:cNvPr id="2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GA">
    <p:spTree>
      <p:nvGrpSpPr>
        <p:cNvPr id="1" name=""/>
        <p:cNvGrpSpPr/>
        <p:nvPr/>
      </p:nvGrpSpPr>
      <p:grpSpPr>
        <a:xfrm>
          <a:off x="0" y="0"/>
          <a:ext cx="0" cy="0"/>
          <a:chOff x="0" y="0"/>
          <a:chExt cx="0" cy="0"/>
        </a:xfrm>
      </p:grpSpPr>
      <p:sp>
        <p:nvSpPr>
          <p:cNvPr id="241" name="TextBox 66"/>
          <p:cNvSpPr txBox="1"/>
          <p:nvPr/>
        </p:nvSpPr>
        <p:spPr>
          <a:xfrm>
            <a:off x="13525788" y="9201184"/>
            <a:ext cx="130066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242" name="TextBox 85"/>
          <p:cNvSpPr txBox="1"/>
          <p:nvPr/>
        </p:nvSpPr>
        <p:spPr>
          <a:xfrm>
            <a:off x="13969973" y="9321327"/>
            <a:ext cx="8564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CK</a:t>
            </a:r>
          </a:p>
        </p:txBody>
      </p:sp>
      <p:sp>
        <p:nvSpPr>
          <p:cNvPr id="243"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244" name="Freeform 10"/>
          <p:cNvSpPr/>
          <p:nvPr/>
        </p:nvSpPr>
        <p:spPr>
          <a:xfrm flipH="1">
            <a:off x="12234861" y="209550"/>
            <a:ext cx="1" cy="10224002"/>
          </a:xfrm>
          <a:prstGeom prst="line">
            <a:avLst/>
          </a:prstGeom>
          <a:ln>
            <a:solidFill>
              <a:srgbClr val="BFBFBF"/>
            </a:solidFill>
          </a:ln>
        </p:spPr>
        <p:txBody>
          <a:bodyPr lIns="45718" tIns="45718" rIns="45718" bIns="45718"/>
          <a:lstStyle/>
          <a:p>
            <a:pPr/>
          </a:p>
        </p:txBody>
      </p:sp>
      <p:sp>
        <p:nvSpPr>
          <p:cNvPr id="245" name="Freeform 11"/>
          <p:cNvSpPr/>
          <p:nvPr/>
        </p:nvSpPr>
        <p:spPr>
          <a:xfrm>
            <a:off x="12230100" y="702182"/>
            <a:ext cx="2646001" cy="3"/>
          </a:xfrm>
          <a:prstGeom prst="line">
            <a:avLst/>
          </a:prstGeom>
          <a:ln>
            <a:solidFill>
              <a:srgbClr val="BFBFBF"/>
            </a:solidFill>
          </a:ln>
        </p:spPr>
        <p:txBody>
          <a:bodyPr lIns="45718" tIns="45718" rIns="45718" bIns="45718"/>
          <a:lstStyle/>
          <a:p>
            <a:pPr/>
          </a:p>
        </p:txBody>
      </p:sp>
      <p:sp>
        <p:nvSpPr>
          <p:cNvPr id="246"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247" name="Freeform 45"/>
          <p:cNvSpPr/>
          <p:nvPr/>
        </p:nvSpPr>
        <p:spPr>
          <a:xfrm>
            <a:off x="12230100" y="8848334"/>
            <a:ext cx="2646001" cy="2"/>
          </a:xfrm>
          <a:prstGeom prst="line">
            <a:avLst/>
          </a:prstGeom>
          <a:ln>
            <a:solidFill>
              <a:srgbClr val="BFBFBF"/>
            </a:solidFill>
          </a:ln>
        </p:spPr>
        <p:txBody>
          <a:bodyPr lIns="45718" tIns="45718" rIns="45718" bIns="45718"/>
          <a:lstStyle/>
          <a:p>
            <a:pPr/>
          </a:p>
        </p:txBody>
      </p:sp>
      <p:sp>
        <p:nvSpPr>
          <p:cNvPr id="248" name="Freeform 47"/>
          <p:cNvSpPr/>
          <p:nvPr/>
        </p:nvSpPr>
        <p:spPr>
          <a:xfrm>
            <a:off x="12237973" y="9307141"/>
            <a:ext cx="2631523" cy="2"/>
          </a:xfrm>
          <a:prstGeom prst="line">
            <a:avLst/>
          </a:prstGeom>
          <a:ln>
            <a:solidFill>
              <a:srgbClr val="BFBFBF"/>
            </a:solidFill>
          </a:ln>
        </p:spPr>
        <p:txBody>
          <a:bodyPr lIns="45718" tIns="45718" rIns="45718" bIns="45718"/>
          <a:lstStyle/>
          <a:p>
            <a:pPr/>
          </a:p>
        </p:txBody>
      </p:sp>
      <p:sp>
        <p:nvSpPr>
          <p:cNvPr id="249" name="Freeform 48"/>
          <p:cNvSpPr/>
          <p:nvPr/>
        </p:nvSpPr>
        <p:spPr>
          <a:xfrm>
            <a:off x="12229154" y="9417119"/>
            <a:ext cx="2646002" cy="2"/>
          </a:xfrm>
          <a:prstGeom prst="line">
            <a:avLst/>
          </a:prstGeom>
          <a:ln>
            <a:solidFill>
              <a:srgbClr val="BFBFBF"/>
            </a:solidFill>
          </a:ln>
        </p:spPr>
        <p:txBody>
          <a:bodyPr lIns="45718" tIns="45718" rIns="45718" bIns="45718"/>
          <a:lstStyle/>
          <a:p>
            <a:pPr/>
          </a:p>
        </p:txBody>
      </p:sp>
      <p:sp>
        <p:nvSpPr>
          <p:cNvPr id="250" name="Freeform 67"/>
          <p:cNvSpPr/>
          <p:nvPr/>
        </p:nvSpPr>
        <p:spPr>
          <a:xfrm>
            <a:off x="13545545" y="6950907"/>
            <a:ext cx="2" cy="890404"/>
          </a:xfrm>
          <a:prstGeom prst="line">
            <a:avLst/>
          </a:prstGeom>
          <a:ln>
            <a:solidFill>
              <a:srgbClr val="BFBFBF"/>
            </a:solidFill>
          </a:ln>
        </p:spPr>
        <p:txBody>
          <a:bodyPr lIns="45718" tIns="45718" rIns="45718" bIns="45718"/>
          <a:lstStyle/>
          <a:p>
            <a:pPr/>
          </a:p>
        </p:txBody>
      </p:sp>
      <p:sp>
        <p:nvSpPr>
          <p:cNvPr id="251" name="TextBox 75"/>
          <p:cNvSpPr txBox="1"/>
          <p:nvPr/>
        </p:nvSpPr>
        <p:spPr>
          <a:xfrm>
            <a:off x="12234160" y="9470638"/>
            <a:ext cx="25922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252" name="Freeform 76"/>
          <p:cNvSpPr/>
          <p:nvPr/>
        </p:nvSpPr>
        <p:spPr>
          <a:xfrm>
            <a:off x="12233492" y="9612058"/>
            <a:ext cx="2636005" cy="2"/>
          </a:xfrm>
          <a:prstGeom prst="line">
            <a:avLst/>
          </a:prstGeom>
          <a:ln w="3175">
            <a:solidFill>
              <a:srgbClr val="BFBFBF"/>
            </a:solidFill>
          </a:ln>
        </p:spPr>
        <p:txBody>
          <a:bodyPr lIns="45718" tIns="45718" rIns="45718" bIns="45718"/>
          <a:lstStyle/>
          <a:p>
            <a:pPr/>
          </a:p>
        </p:txBody>
      </p:sp>
      <p:sp>
        <p:nvSpPr>
          <p:cNvPr id="253" name="TextBox 77"/>
          <p:cNvSpPr txBox="1"/>
          <p:nvPr/>
        </p:nvSpPr>
        <p:spPr>
          <a:xfrm>
            <a:off x="12507654" y="9632305"/>
            <a:ext cx="510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254" name="Freeform 79"/>
          <p:cNvSpPr/>
          <p:nvPr/>
        </p:nvSpPr>
        <p:spPr>
          <a:xfrm>
            <a:off x="12513692" y="9612117"/>
            <a:ext cx="2" cy="821436"/>
          </a:xfrm>
          <a:prstGeom prst="line">
            <a:avLst/>
          </a:prstGeom>
          <a:ln w="3175">
            <a:solidFill>
              <a:srgbClr val="BFBFBF"/>
            </a:solidFill>
          </a:ln>
        </p:spPr>
        <p:txBody>
          <a:bodyPr lIns="45718" tIns="45718" rIns="45718" bIns="45718"/>
          <a:lstStyle/>
          <a:p>
            <a:pPr/>
          </a:p>
        </p:txBody>
      </p:sp>
      <p:sp>
        <p:nvSpPr>
          <p:cNvPr id="255"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256" name="Freeform 82"/>
          <p:cNvSpPr/>
          <p:nvPr/>
        </p:nvSpPr>
        <p:spPr>
          <a:xfrm>
            <a:off x="12236067" y="9736835"/>
            <a:ext cx="2636005" cy="2"/>
          </a:xfrm>
          <a:prstGeom prst="line">
            <a:avLst/>
          </a:prstGeom>
          <a:ln w="3175">
            <a:solidFill>
              <a:srgbClr val="BFBFBF"/>
            </a:solidFill>
          </a:ln>
        </p:spPr>
        <p:txBody>
          <a:bodyPr lIns="45718" tIns="45718" rIns="45718" bIns="45718"/>
          <a:lstStyle/>
          <a:p>
            <a:pPr/>
          </a:p>
        </p:txBody>
      </p:sp>
      <p:sp>
        <p:nvSpPr>
          <p:cNvPr id="257" name="Freeform 83"/>
          <p:cNvSpPr/>
          <p:nvPr/>
        </p:nvSpPr>
        <p:spPr>
          <a:xfrm>
            <a:off x="13052420" y="9614214"/>
            <a:ext cx="2" cy="824699"/>
          </a:xfrm>
          <a:prstGeom prst="line">
            <a:avLst/>
          </a:prstGeom>
          <a:ln w="3175">
            <a:solidFill>
              <a:srgbClr val="BFBFBF"/>
            </a:solidFill>
          </a:ln>
        </p:spPr>
        <p:txBody>
          <a:bodyPr lIns="45718" tIns="45718" rIns="45718" bIns="45718"/>
          <a:lstStyle/>
          <a:p>
            <a:pPr/>
          </a:p>
        </p:txBody>
      </p:sp>
      <p:sp>
        <p:nvSpPr>
          <p:cNvPr id="258" name="TextBox 84"/>
          <p:cNvSpPr txBox="1"/>
          <p:nvPr/>
        </p:nvSpPr>
        <p:spPr>
          <a:xfrm>
            <a:off x="13058443" y="9631360"/>
            <a:ext cx="17816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259" name="Freeform 86"/>
          <p:cNvSpPr/>
          <p:nvPr/>
        </p:nvSpPr>
        <p:spPr>
          <a:xfrm>
            <a:off x="12237973" y="9877804"/>
            <a:ext cx="2636006" cy="2"/>
          </a:xfrm>
          <a:prstGeom prst="line">
            <a:avLst/>
          </a:prstGeom>
          <a:ln w="3175">
            <a:solidFill>
              <a:srgbClr val="BFBFBF"/>
            </a:solidFill>
          </a:ln>
        </p:spPr>
        <p:txBody>
          <a:bodyPr lIns="45718" tIns="45718" rIns="45718" bIns="45718"/>
          <a:lstStyle/>
          <a:p>
            <a:pPr/>
          </a:p>
        </p:txBody>
      </p:sp>
      <p:sp>
        <p:nvSpPr>
          <p:cNvPr id="260" name="Freeform 87"/>
          <p:cNvSpPr/>
          <p:nvPr/>
        </p:nvSpPr>
        <p:spPr>
          <a:xfrm>
            <a:off x="12236067" y="9878180"/>
            <a:ext cx="2636005" cy="3"/>
          </a:xfrm>
          <a:prstGeom prst="line">
            <a:avLst/>
          </a:prstGeom>
          <a:ln w="3175">
            <a:solidFill>
              <a:srgbClr val="BFBFBF"/>
            </a:solidFill>
          </a:ln>
        </p:spPr>
        <p:txBody>
          <a:bodyPr lIns="45718" tIns="45718" rIns="45718" bIns="45718"/>
          <a:lstStyle/>
          <a:p>
            <a:pPr/>
          </a:p>
        </p:txBody>
      </p:sp>
      <p:sp>
        <p:nvSpPr>
          <p:cNvPr id="261" name="Freeform 88"/>
          <p:cNvSpPr/>
          <p:nvPr/>
        </p:nvSpPr>
        <p:spPr>
          <a:xfrm>
            <a:off x="12237973" y="10019151"/>
            <a:ext cx="2636006" cy="2"/>
          </a:xfrm>
          <a:prstGeom prst="line">
            <a:avLst/>
          </a:prstGeom>
          <a:ln w="3175">
            <a:solidFill>
              <a:srgbClr val="BFBFBF"/>
            </a:solidFill>
          </a:ln>
        </p:spPr>
        <p:txBody>
          <a:bodyPr lIns="45718" tIns="45718" rIns="45718" bIns="45718"/>
          <a:lstStyle/>
          <a:p>
            <a:pPr/>
          </a:p>
        </p:txBody>
      </p:sp>
      <p:sp>
        <p:nvSpPr>
          <p:cNvPr id="262" name="Freeform 90"/>
          <p:cNvSpPr/>
          <p:nvPr/>
        </p:nvSpPr>
        <p:spPr>
          <a:xfrm>
            <a:off x="12237973" y="10159356"/>
            <a:ext cx="2636006" cy="3"/>
          </a:xfrm>
          <a:prstGeom prst="line">
            <a:avLst/>
          </a:prstGeom>
          <a:ln w="3175">
            <a:solidFill>
              <a:srgbClr val="BFBFBF"/>
            </a:solidFill>
          </a:ln>
        </p:spPr>
        <p:txBody>
          <a:bodyPr lIns="45718" tIns="45718" rIns="45718" bIns="45718"/>
          <a:lstStyle/>
          <a:p>
            <a:pPr/>
          </a:p>
        </p:txBody>
      </p:sp>
      <p:sp>
        <p:nvSpPr>
          <p:cNvPr id="263" name="Straight Connector 2"/>
          <p:cNvSpPr/>
          <p:nvPr/>
        </p:nvSpPr>
        <p:spPr>
          <a:xfrm>
            <a:off x="12237973" y="6947426"/>
            <a:ext cx="2636005" cy="2"/>
          </a:xfrm>
          <a:prstGeom prst="line">
            <a:avLst/>
          </a:prstGeom>
          <a:ln>
            <a:solidFill>
              <a:srgbClr val="BFBFBF"/>
            </a:solidFill>
          </a:ln>
        </p:spPr>
        <p:txBody>
          <a:bodyPr lIns="45718" tIns="45718" rIns="45718" bIns="45718"/>
          <a:lstStyle/>
          <a:p>
            <a:pPr/>
          </a:p>
        </p:txBody>
      </p:sp>
      <p:sp>
        <p:nvSpPr>
          <p:cNvPr id="264" name="Straight Connector 71"/>
          <p:cNvSpPr/>
          <p:nvPr/>
        </p:nvSpPr>
        <p:spPr>
          <a:xfrm>
            <a:off x="12237973" y="6659394"/>
            <a:ext cx="2636005" cy="2"/>
          </a:xfrm>
          <a:prstGeom prst="line">
            <a:avLst/>
          </a:prstGeom>
          <a:ln>
            <a:solidFill>
              <a:srgbClr val="BFBFBF"/>
            </a:solidFill>
          </a:ln>
        </p:spPr>
        <p:txBody>
          <a:bodyPr lIns="45718" tIns="45718" rIns="45718" bIns="45718"/>
          <a:lstStyle/>
          <a:p>
            <a:pPr/>
          </a:p>
        </p:txBody>
      </p:sp>
      <p:sp>
        <p:nvSpPr>
          <p:cNvPr id="265" name="Freeform 90"/>
          <p:cNvSpPr/>
          <p:nvPr/>
        </p:nvSpPr>
        <p:spPr>
          <a:xfrm>
            <a:off x="12237973" y="10298666"/>
            <a:ext cx="2636006" cy="2"/>
          </a:xfrm>
          <a:prstGeom prst="line">
            <a:avLst/>
          </a:prstGeom>
          <a:ln w="3175">
            <a:solidFill>
              <a:srgbClr val="BFBFBF"/>
            </a:solidFill>
          </a:ln>
        </p:spPr>
        <p:txBody>
          <a:bodyPr lIns="45718" tIns="45718" rIns="45718" bIns="45718"/>
          <a:lstStyle/>
          <a:p>
            <a:pPr/>
          </a:p>
        </p:txBody>
      </p:sp>
      <p:sp>
        <p:nvSpPr>
          <p:cNvPr id="266" name="TextBox 98"/>
          <p:cNvSpPr txBox="1"/>
          <p:nvPr/>
        </p:nvSpPr>
        <p:spPr>
          <a:xfrm>
            <a:off x="13070458" y="9889172"/>
            <a:ext cx="17630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267" name="TextBox 74"/>
          <p:cNvSpPr txBox="1"/>
          <p:nvPr/>
        </p:nvSpPr>
        <p:spPr>
          <a:xfrm>
            <a:off x="12243182" y="9193193"/>
            <a:ext cx="12663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268"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OA</a:t>
            </a:r>
          </a:p>
        </p:txBody>
      </p:sp>
      <p:sp>
        <p:nvSpPr>
          <p:cNvPr id="269" name="TextBox 96"/>
          <p:cNvSpPr txBox="1"/>
          <p:nvPr/>
        </p:nvSpPr>
        <p:spPr>
          <a:xfrm>
            <a:off x="12228576" y="9321327"/>
            <a:ext cx="8335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LD</a:t>
            </a:r>
          </a:p>
        </p:txBody>
      </p:sp>
      <p:sp>
        <p:nvSpPr>
          <p:cNvPr id="270" name="Freeform 21"/>
          <p:cNvSpPr/>
          <p:nvPr/>
        </p:nvSpPr>
        <p:spPr>
          <a:xfrm>
            <a:off x="13100005" y="9307141"/>
            <a:ext cx="2" cy="108002"/>
          </a:xfrm>
          <a:prstGeom prst="line">
            <a:avLst/>
          </a:prstGeom>
          <a:ln>
            <a:solidFill>
              <a:srgbClr val="BFBFBF"/>
            </a:solidFill>
          </a:ln>
        </p:spPr>
        <p:txBody>
          <a:bodyPr lIns="45718" tIns="45718" rIns="45718" bIns="45718"/>
          <a:lstStyle/>
          <a:p>
            <a:pPr/>
          </a:p>
        </p:txBody>
      </p:sp>
      <p:sp>
        <p:nvSpPr>
          <p:cNvPr id="271" name="Freeform 47"/>
          <p:cNvSpPr/>
          <p:nvPr/>
        </p:nvSpPr>
        <p:spPr>
          <a:xfrm>
            <a:off x="12226542" y="9184596"/>
            <a:ext cx="2646002" cy="2"/>
          </a:xfrm>
          <a:prstGeom prst="line">
            <a:avLst/>
          </a:prstGeom>
          <a:ln>
            <a:solidFill>
              <a:srgbClr val="BFBFBF"/>
            </a:solidFill>
          </a:ln>
        </p:spPr>
        <p:txBody>
          <a:bodyPr lIns="45718" tIns="45718" rIns="45718" bIns="45718"/>
          <a:lstStyle/>
          <a:p>
            <a:pPr/>
          </a:p>
        </p:txBody>
      </p:sp>
      <p:sp>
        <p:nvSpPr>
          <p:cNvPr id="272" name="TextBox 109"/>
          <p:cNvSpPr txBox="1"/>
          <p:nvPr/>
        </p:nvSpPr>
        <p:spPr>
          <a:xfrm>
            <a:off x="12253914" y="8867116"/>
            <a:ext cx="9599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273"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274" name="TextBox 111"/>
          <p:cNvSpPr txBox="1"/>
          <p:nvPr/>
        </p:nvSpPr>
        <p:spPr>
          <a:xfrm>
            <a:off x="13056406" y="9758240"/>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275" name="TextBox 113"/>
          <p:cNvSpPr txBox="1"/>
          <p:nvPr/>
        </p:nvSpPr>
        <p:spPr>
          <a:xfrm>
            <a:off x="12247271" y="9758240"/>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276"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03/10/2022</a:t>
            </a:r>
          </a:p>
        </p:txBody>
      </p:sp>
      <p:sp>
        <p:nvSpPr>
          <p:cNvPr id="277" name="Straight Connector 115"/>
          <p:cNvSpPr/>
          <p:nvPr/>
        </p:nvSpPr>
        <p:spPr>
          <a:xfrm>
            <a:off x="12237973" y="8270047"/>
            <a:ext cx="2636005" cy="2"/>
          </a:xfrm>
          <a:prstGeom prst="line">
            <a:avLst/>
          </a:prstGeom>
          <a:ln>
            <a:solidFill>
              <a:srgbClr val="BFBFBF"/>
            </a:solidFill>
          </a:ln>
        </p:spPr>
        <p:txBody>
          <a:bodyPr lIns="45718" tIns="45718" rIns="45718" bIns="45718"/>
          <a:lstStyle/>
          <a:p>
            <a:pPr/>
          </a:p>
        </p:txBody>
      </p:sp>
      <p:sp>
        <p:nvSpPr>
          <p:cNvPr id="278" name="Freeform 67"/>
          <p:cNvSpPr/>
          <p:nvPr/>
        </p:nvSpPr>
        <p:spPr>
          <a:xfrm>
            <a:off x="13962832" y="9310516"/>
            <a:ext cx="2" cy="108130"/>
          </a:xfrm>
          <a:prstGeom prst="line">
            <a:avLst/>
          </a:prstGeom>
          <a:ln>
            <a:solidFill>
              <a:srgbClr val="BFBFBF"/>
            </a:solidFill>
          </a:ln>
        </p:spPr>
        <p:txBody>
          <a:bodyPr lIns="45718" tIns="45718" rIns="45718" bIns="45718"/>
          <a:lstStyle/>
          <a:p>
            <a:pPr/>
          </a:p>
        </p:txBody>
      </p:sp>
      <p:sp>
        <p:nvSpPr>
          <p:cNvPr id="279" name="TextBox 117"/>
          <p:cNvSpPr txBox="1"/>
          <p:nvPr/>
        </p:nvSpPr>
        <p:spPr>
          <a:xfrm>
            <a:off x="13549306" y="7032755"/>
            <a:ext cx="1284187"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280" name="Rectangle 118"/>
          <p:cNvSpPr txBox="1"/>
          <p:nvPr/>
        </p:nvSpPr>
        <p:spPr>
          <a:xfrm>
            <a:off x="12292583" y="374374"/>
            <a:ext cx="2524151" cy="243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281"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282" name="Freeform 47"/>
          <p:cNvSpPr/>
          <p:nvPr/>
        </p:nvSpPr>
        <p:spPr>
          <a:xfrm flipV="1">
            <a:off x="13531175" y="9183037"/>
            <a:ext cx="2" cy="124738"/>
          </a:xfrm>
          <a:prstGeom prst="line">
            <a:avLst/>
          </a:prstGeom>
          <a:ln>
            <a:solidFill>
              <a:srgbClr val="BFBFBF"/>
            </a:solidFill>
          </a:ln>
        </p:spPr>
        <p:txBody>
          <a:bodyPr lIns="45718" tIns="45718" rIns="45718" bIns="45718"/>
          <a:lstStyle/>
          <a:p>
            <a:pPr/>
          </a:p>
        </p:txBody>
      </p:sp>
      <p:sp>
        <p:nvSpPr>
          <p:cNvPr id="283"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284" name="Straight Connector 53"/>
          <p:cNvSpPr/>
          <p:nvPr/>
        </p:nvSpPr>
        <p:spPr>
          <a:xfrm>
            <a:off x="12237973" y="7837999"/>
            <a:ext cx="2636005" cy="3"/>
          </a:xfrm>
          <a:prstGeom prst="line">
            <a:avLst/>
          </a:prstGeom>
          <a:ln>
            <a:solidFill>
              <a:srgbClr val="BFBFBF"/>
            </a:solidFill>
          </a:ln>
        </p:spPr>
        <p:txBody>
          <a:bodyPr lIns="45718" tIns="45718" rIns="45718" bIns="45718"/>
          <a:lstStyle/>
          <a:p>
            <a:pPr/>
          </a:p>
        </p:txBody>
      </p:sp>
      <p:sp>
        <p:nvSpPr>
          <p:cNvPr id="285" name="TextBox 5"/>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286" name="Freeform: Shape 6"/>
          <p:cNvSpPr/>
          <p:nvPr/>
        </p:nvSpPr>
        <p:spPr>
          <a:xfrm>
            <a:off x="12537433" y="7031193"/>
            <a:ext cx="705487" cy="6648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n-lt"/>
                <a:ea typeface="+mn-ea"/>
                <a:cs typeface="+mn-cs"/>
                <a:sym typeface="Calibri"/>
              </a:defRPr>
            </a:pPr>
          </a:p>
        </p:txBody>
      </p:sp>
      <p:sp>
        <p:nvSpPr>
          <p:cNvPr id="287" name="TextBox 4"/>
          <p:cNvSpPr txBox="1"/>
          <p:nvPr/>
        </p:nvSpPr>
        <p:spPr>
          <a:xfrm>
            <a:off x="12233457" y="8514819"/>
            <a:ext cx="2600969"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110 Westminster Bridge Rd, London SE1 7XG, United Kingdom</a:t>
            </a:r>
          </a:p>
        </p:txBody>
      </p:sp>
      <p:sp>
        <p:nvSpPr>
          <p:cNvPr id="288" name="TextBox 8"/>
          <p:cNvSpPr txBox="1"/>
          <p:nvPr/>
        </p:nvSpPr>
        <p:spPr>
          <a:xfrm>
            <a:off x="12239090" y="7990071"/>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B137 -  LAMBETH NORTH</a:t>
            </a:r>
          </a:p>
        </p:txBody>
      </p:sp>
      <p:sp>
        <p:nvSpPr>
          <p:cNvPr id="289" name="TextBox 9"/>
          <p:cNvSpPr txBox="1"/>
          <p:nvPr/>
        </p:nvSpPr>
        <p:spPr>
          <a:xfrm>
            <a:off x="13056406" y="9904169"/>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290" name="TextBox 12"/>
          <p:cNvSpPr txBox="1"/>
          <p:nvPr/>
        </p:nvSpPr>
        <p:spPr>
          <a:xfrm>
            <a:off x="12247271" y="9904169"/>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291"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01/07/2025</a:t>
            </a:r>
          </a:p>
        </p:txBody>
      </p:sp>
      <p:sp>
        <p:nvSpPr>
          <p:cNvPr id="292"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293" name="TextBox 3"/>
          <p:cNvSpPr txBox="1"/>
          <p:nvPr/>
        </p:nvSpPr>
        <p:spPr>
          <a:xfrm>
            <a:off x="12339755" y="6688781"/>
            <a:ext cx="252270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sp>
        <p:nvSpPr>
          <p:cNvPr id="294"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295" name="Rectangle 10"/>
          <p:cNvSpPr txBox="1"/>
          <p:nvPr/>
        </p:nvSpPr>
        <p:spPr>
          <a:xfrm>
            <a:off x="12277790" y="832006"/>
            <a:ext cx="535694"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sp>
        <p:nvSpPr>
          <p:cNvPr id="296" name="Straight Connector 24"/>
          <p:cNvSpPr/>
          <p:nvPr/>
        </p:nvSpPr>
        <p:spPr>
          <a:xfrm>
            <a:off x="12237973" y="4014550"/>
            <a:ext cx="2636005" cy="3"/>
          </a:xfrm>
          <a:prstGeom prst="line">
            <a:avLst/>
          </a:prstGeom>
          <a:ln>
            <a:solidFill>
              <a:srgbClr val="BFBFBF"/>
            </a:solidFill>
          </a:ln>
        </p:spPr>
        <p:txBody>
          <a:bodyPr lIns="45718" tIns="45718" rIns="45718" bIns="45718"/>
          <a:lstStyle/>
          <a:p>
            <a:pPr/>
          </a:p>
        </p:txBody>
      </p:sp>
      <p:pic>
        <p:nvPicPr>
          <p:cNvPr id="297" name="Picture 35" descr="Picture 35"/>
          <p:cNvPicPr>
            <a:picLocks noChangeAspect="1"/>
          </p:cNvPicPr>
          <p:nvPr/>
        </p:nvPicPr>
        <p:blipFill>
          <a:blip r:embed="rId2">
            <a:extLst/>
          </a:blip>
          <a:stretch>
            <a:fillRect/>
          </a:stretch>
        </p:blipFill>
        <p:spPr>
          <a:xfrm>
            <a:off x="12263063" y="1363132"/>
            <a:ext cx="2586717" cy="775817"/>
          </a:xfrm>
          <a:prstGeom prst="rect">
            <a:avLst/>
          </a:prstGeom>
          <a:ln w="12700">
            <a:miter lim="400000"/>
          </a:ln>
        </p:spPr>
      </p:pic>
      <p:sp>
        <p:nvSpPr>
          <p:cNvPr id="298" name="Rectangle 1"/>
          <p:cNvSpPr/>
          <p:nvPr/>
        </p:nvSpPr>
        <p:spPr>
          <a:xfrm>
            <a:off x="13633450" y="1357209"/>
            <a:ext cx="1066800" cy="282777"/>
          </a:xfrm>
          <a:prstGeom prst="rect">
            <a:avLst/>
          </a:prstGeom>
          <a:solidFill>
            <a:srgbClr val="FFFFFF"/>
          </a:solidFill>
          <a:ln w="12700">
            <a:miter lim="400000"/>
          </a:ln>
        </p:spPr>
        <p:txBody>
          <a:bodyPr lIns="45718" tIns="45718" rIns="45718" bIns="45718" anchor="ctr"/>
          <a:lstStyle/>
          <a:p>
            <a:pPr algn="ctr">
              <a:defRPr>
                <a:latin typeface="+mn-lt"/>
                <a:ea typeface="+mn-ea"/>
                <a:cs typeface="+mn-cs"/>
                <a:sym typeface="Calibri"/>
              </a:defRPr>
            </a:pPr>
          </a:p>
        </p:txBody>
      </p:sp>
      <p:sp>
        <p:nvSpPr>
          <p:cNvPr id="2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GA Different N">
    <p:spTree>
      <p:nvGrpSpPr>
        <p:cNvPr id="1" name=""/>
        <p:cNvGrpSpPr/>
        <p:nvPr/>
      </p:nvGrpSpPr>
      <p:grpSpPr>
        <a:xfrm>
          <a:off x="0" y="0"/>
          <a:ext cx="0" cy="0"/>
          <a:chOff x="0" y="0"/>
          <a:chExt cx="0" cy="0"/>
        </a:xfrm>
      </p:grpSpPr>
      <p:sp>
        <p:nvSpPr>
          <p:cNvPr id="306" name="TextBox 66"/>
          <p:cNvSpPr txBox="1"/>
          <p:nvPr/>
        </p:nvSpPr>
        <p:spPr>
          <a:xfrm>
            <a:off x="13525788" y="9201184"/>
            <a:ext cx="130066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307" name="TextBox 85"/>
          <p:cNvSpPr txBox="1"/>
          <p:nvPr/>
        </p:nvSpPr>
        <p:spPr>
          <a:xfrm>
            <a:off x="13969973" y="9321327"/>
            <a:ext cx="8564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CK</a:t>
            </a:r>
          </a:p>
        </p:txBody>
      </p:sp>
      <p:sp>
        <p:nvSpPr>
          <p:cNvPr id="308"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309" name="Freeform 10"/>
          <p:cNvSpPr/>
          <p:nvPr/>
        </p:nvSpPr>
        <p:spPr>
          <a:xfrm flipH="1">
            <a:off x="12234861" y="209550"/>
            <a:ext cx="1" cy="10224002"/>
          </a:xfrm>
          <a:prstGeom prst="line">
            <a:avLst/>
          </a:prstGeom>
          <a:ln>
            <a:solidFill>
              <a:srgbClr val="BFBFBF"/>
            </a:solidFill>
          </a:ln>
        </p:spPr>
        <p:txBody>
          <a:bodyPr lIns="45718" tIns="45718" rIns="45718" bIns="45718"/>
          <a:lstStyle/>
          <a:p>
            <a:pPr/>
          </a:p>
        </p:txBody>
      </p:sp>
      <p:sp>
        <p:nvSpPr>
          <p:cNvPr id="310" name="Freeform 11"/>
          <p:cNvSpPr/>
          <p:nvPr/>
        </p:nvSpPr>
        <p:spPr>
          <a:xfrm>
            <a:off x="12230100" y="702182"/>
            <a:ext cx="2646001" cy="3"/>
          </a:xfrm>
          <a:prstGeom prst="line">
            <a:avLst/>
          </a:prstGeom>
          <a:ln>
            <a:solidFill>
              <a:srgbClr val="BFBFBF"/>
            </a:solidFill>
          </a:ln>
        </p:spPr>
        <p:txBody>
          <a:bodyPr lIns="45718" tIns="45718" rIns="45718" bIns="45718"/>
          <a:lstStyle/>
          <a:p>
            <a:pPr/>
          </a:p>
        </p:txBody>
      </p:sp>
      <p:sp>
        <p:nvSpPr>
          <p:cNvPr id="311"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312" name="Freeform 45"/>
          <p:cNvSpPr/>
          <p:nvPr/>
        </p:nvSpPr>
        <p:spPr>
          <a:xfrm>
            <a:off x="12230100" y="8848334"/>
            <a:ext cx="2646001" cy="2"/>
          </a:xfrm>
          <a:prstGeom prst="line">
            <a:avLst/>
          </a:prstGeom>
          <a:ln>
            <a:solidFill>
              <a:srgbClr val="BFBFBF"/>
            </a:solidFill>
          </a:ln>
        </p:spPr>
        <p:txBody>
          <a:bodyPr lIns="45718" tIns="45718" rIns="45718" bIns="45718"/>
          <a:lstStyle/>
          <a:p>
            <a:pPr/>
          </a:p>
        </p:txBody>
      </p:sp>
      <p:sp>
        <p:nvSpPr>
          <p:cNvPr id="313" name="Freeform 47"/>
          <p:cNvSpPr/>
          <p:nvPr/>
        </p:nvSpPr>
        <p:spPr>
          <a:xfrm>
            <a:off x="12237973" y="9307141"/>
            <a:ext cx="2631523" cy="2"/>
          </a:xfrm>
          <a:prstGeom prst="line">
            <a:avLst/>
          </a:prstGeom>
          <a:ln>
            <a:solidFill>
              <a:srgbClr val="BFBFBF"/>
            </a:solidFill>
          </a:ln>
        </p:spPr>
        <p:txBody>
          <a:bodyPr lIns="45718" tIns="45718" rIns="45718" bIns="45718"/>
          <a:lstStyle/>
          <a:p>
            <a:pPr/>
          </a:p>
        </p:txBody>
      </p:sp>
      <p:sp>
        <p:nvSpPr>
          <p:cNvPr id="314" name="Freeform 48"/>
          <p:cNvSpPr/>
          <p:nvPr/>
        </p:nvSpPr>
        <p:spPr>
          <a:xfrm>
            <a:off x="12229154" y="9417119"/>
            <a:ext cx="2646002" cy="2"/>
          </a:xfrm>
          <a:prstGeom prst="line">
            <a:avLst/>
          </a:prstGeom>
          <a:ln>
            <a:solidFill>
              <a:srgbClr val="BFBFBF"/>
            </a:solidFill>
          </a:ln>
        </p:spPr>
        <p:txBody>
          <a:bodyPr lIns="45718" tIns="45718" rIns="45718" bIns="45718"/>
          <a:lstStyle/>
          <a:p>
            <a:pPr/>
          </a:p>
        </p:txBody>
      </p:sp>
      <p:sp>
        <p:nvSpPr>
          <p:cNvPr id="315" name="Freeform 67"/>
          <p:cNvSpPr/>
          <p:nvPr/>
        </p:nvSpPr>
        <p:spPr>
          <a:xfrm>
            <a:off x="13545545" y="6950907"/>
            <a:ext cx="2" cy="890404"/>
          </a:xfrm>
          <a:prstGeom prst="line">
            <a:avLst/>
          </a:prstGeom>
          <a:ln>
            <a:solidFill>
              <a:srgbClr val="BFBFBF"/>
            </a:solidFill>
          </a:ln>
        </p:spPr>
        <p:txBody>
          <a:bodyPr lIns="45718" tIns="45718" rIns="45718" bIns="45718"/>
          <a:lstStyle/>
          <a:p>
            <a:pPr/>
          </a:p>
        </p:txBody>
      </p:sp>
      <p:sp>
        <p:nvSpPr>
          <p:cNvPr id="316" name="TextBox 75"/>
          <p:cNvSpPr txBox="1"/>
          <p:nvPr/>
        </p:nvSpPr>
        <p:spPr>
          <a:xfrm>
            <a:off x="12234160" y="9470638"/>
            <a:ext cx="25922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317" name="Freeform 76"/>
          <p:cNvSpPr/>
          <p:nvPr/>
        </p:nvSpPr>
        <p:spPr>
          <a:xfrm>
            <a:off x="12233492" y="9612058"/>
            <a:ext cx="2636005" cy="2"/>
          </a:xfrm>
          <a:prstGeom prst="line">
            <a:avLst/>
          </a:prstGeom>
          <a:ln w="3175">
            <a:solidFill>
              <a:srgbClr val="BFBFBF"/>
            </a:solidFill>
          </a:ln>
        </p:spPr>
        <p:txBody>
          <a:bodyPr lIns="45718" tIns="45718" rIns="45718" bIns="45718"/>
          <a:lstStyle/>
          <a:p>
            <a:pPr/>
          </a:p>
        </p:txBody>
      </p:sp>
      <p:sp>
        <p:nvSpPr>
          <p:cNvPr id="318" name="TextBox 77"/>
          <p:cNvSpPr txBox="1"/>
          <p:nvPr/>
        </p:nvSpPr>
        <p:spPr>
          <a:xfrm>
            <a:off x="12507654" y="9632305"/>
            <a:ext cx="510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319" name="Freeform 79"/>
          <p:cNvSpPr/>
          <p:nvPr/>
        </p:nvSpPr>
        <p:spPr>
          <a:xfrm>
            <a:off x="12513692" y="9612117"/>
            <a:ext cx="2" cy="821436"/>
          </a:xfrm>
          <a:prstGeom prst="line">
            <a:avLst/>
          </a:prstGeom>
          <a:ln w="3175">
            <a:solidFill>
              <a:srgbClr val="BFBFBF"/>
            </a:solidFill>
          </a:ln>
        </p:spPr>
        <p:txBody>
          <a:bodyPr lIns="45718" tIns="45718" rIns="45718" bIns="45718"/>
          <a:lstStyle/>
          <a:p>
            <a:pPr/>
          </a:p>
        </p:txBody>
      </p:sp>
      <p:sp>
        <p:nvSpPr>
          <p:cNvPr id="320"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321" name="Freeform 82"/>
          <p:cNvSpPr/>
          <p:nvPr/>
        </p:nvSpPr>
        <p:spPr>
          <a:xfrm>
            <a:off x="12236067" y="9736835"/>
            <a:ext cx="2636005" cy="2"/>
          </a:xfrm>
          <a:prstGeom prst="line">
            <a:avLst/>
          </a:prstGeom>
          <a:ln w="3175">
            <a:solidFill>
              <a:srgbClr val="BFBFBF"/>
            </a:solidFill>
          </a:ln>
        </p:spPr>
        <p:txBody>
          <a:bodyPr lIns="45718" tIns="45718" rIns="45718" bIns="45718"/>
          <a:lstStyle/>
          <a:p>
            <a:pPr/>
          </a:p>
        </p:txBody>
      </p:sp>
      <p:sp>
        <p:nvSpPr>
          <p:cNvPr id="322" name="Freeform 83"/>
          <p:cNvSpPr/>
          <p:nvPr/>
        </p:nvSpPr>
        <p:spPr>
          <a:xfrm>
            <a:off x="13052420" y="9614214"/>
            <a:ext cx="2" cy="824699"/>
          </a:xfrm>
          <a:prstGeom prst="line">
            <a:avLst/>
          </a:prstGeom>
          <a:ln w="3175">
            <a:solidFill>
              <a:srgbClr val="BFBFBF"/>
            </a:solidFill>
          </a:ln>
        </p:spPr>
        <p:txBody>
          <a:bodyPr lIns="45718" tIns="45718" rIns="45718" bIns="45718"/>
          <a:lstStyle/>
          <a:p>
            <a:pPr/>
          </a:p>
        </p:txBody>
      </p:sp>
      <p:sp>
        <p:nvSpPr>
          <p:cNvPr id="323" name="TextBox 84"/>
          <p:cNvSpPr txBox="1"/>
          <p:nvPr/>
        </p:nvSpPr>
        <p:spPr>
          <a:xfrm>
            <a:off x="13058443" y="9631360"/>
            <a:ext cx="17816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324" name="Freeform 86"/>
          <p:cNvSpPr/>
          <p:nvPr/>
        </p:nvSpPr>
        <p:spPr>
          <a:xfrm>
            <a:off x="12237973" y="9877804"/>
            <a:ext cx="2636006" cy="2"/>
          </a:xfrm>
          <a:prstGeom prst="line">
            <a:avLst/>
          </a:prstGeom>
          <a:ln w="3175">
            <a:solidFill>
              <a:srgbClr val="BFBFBF"/>
            </a:solidFill>
          </a:ln>
        </p:spPr>
        <p:txBody>
          <a:bodyPr lIns="45718" tIns="45718" rIns="45718" bIns="45718"/>
          <a:lstStyle/>
          <a:p>
            <a:pPr/>
          </a:p>
        </p:txBody>
      </p:sp>
      <p:sp>
        <p:nvSpPr>
          <p:cNvPr id="325" name="Freeform 87"/>
          <p:cNvSpPr/>
          <p:nvPr/>
        </p:nvSpPr>
        <p:spPr>
          <a:xfrm>
            <a:off x="12236067" y="9878180"/>
            <a:ext cx="2636005" cy="3"/>
          </a:xfrm>
          <a:prstGeom prst="line">
            <a:avLst/>
          </a:prstGeom>
          <a:ln w="3175">
            <a:solidFill>
              <a:srgbClr val="BFBFBF"/>
            </a:solidFill>
          </a:ln>
        </p:spPr>
        <p:txBody>
          <a:bodyPr lIns="45718" tIns="45718" rIns="45718" bIns="45718"/>
          <a:lstStyle/>
          <a:p>
            <a:pPr/>
          </a:p>
        </p:txBody>
      </p:sp>
      <p:sp>
        <p:nvSpPr>
          <p:cNvPr id="326" name="Freeform 88"/>
          <p:cNvSpPr/>
          <p:nvPr/>
        </p:nvSpPr>
        <p:spPr>
          <a:xfrm>
            <a:off x="12237973" y="10019151"/>
            <a:ext cx="2636006" cy="2"/>
          </a:xfrm>
          <a:prstGeom prst="line">
            <a:avLst/>
          </a:prstGeom>
          <a:ln w="3175">
            <a:solidFill>
              <a:srgbClr val="BFBFBF"/>
            </a:solidFill>
          </a:ln>
        </p:spPr>
        <p:txBody>
          <a:bodyPr lIns="45718" tIns="45718" rIns="45718" bIns="45718"/>
          <a:lstStyle/>
          <a:p>
            <a:pPr/>
          </a:p>
        </p:txBody>
      </p:sp>
      <p:sp>
        <p:nvSpPr>
          <p:cNvPr id="327" name="Freeform 90"/>
          <p:cNvSpPr/>
          <p:nvPr/>
        </p:nvSpPr>
        <p:spPr>
          <a:xfrm>
            <a:off x="12237973" y="10159356"/>
            <a:ext cx="2636006" cy="3"/>
          </a:xfrm>
          <a:prstGeom prst="line">
            <a:avLst/>
          </a:prstGeom>
          <a:ln w="3175">
            <a:solidFill>
              <a:srgbClr val="BFBFBF"/>
            </a:solidFill>
          </a:ln>
        </p:spPr>
        <p:txBody>
          <a:bodyPr lIns="45718" tIns="45718" rIns="45718" bIns="45718"/>
          <a:lstStyle/>
          <a:p>
            <a:pPr/>
          </a:p>
        </p:txBody>
      </p:sp>
      <p:sp>
        <p:nvSpPr>
          <p:cNvPr id="328" name="Straight Connector 2"/>
          <p:cNvSpPr/>
          <p:nvPr/>
        </p:nvSpPr>
        <p:spPr>
          <a:xfrm>
            <a:off x="12237973" y="6947426"/>
            <a:ext cx="2636005" cy="2"/>
          </a:xfrm>
          <a:prstGeom prst="line">
            <a:avLst/>
          </a:prstGeom>
          <a:ln>
            <a:solidFill>
              <a:srgbClr val="BFBFBF"/>
            </a:solidFill>
          </a:ln>
        </p:spPr>
        <p:txBody>
          <a:bodyPr lIns="45718" tIns="45718" rIns="45718" bIns="45718"/>
          <a:lstStyle/>
          <a:p>
            <a:pPr/>
          </a:p>
        </p:txBody>
      </p:sp>
      <p:sp>
        <p:nvSpPr>
          <p:cNvPr id="329" name="Straight Connector 71"/>
          <p:cNvSpPr/>
          <p:nvPr/>
        </p:nvSpPr>
        <p:spPr>
          <a:xfrm>
            <a:off x="12237973" y="6659394"/>
            <a:ext cx="2636005" cy="2"/>
          </a:xfrm>
          <a:prstGeom prst="line">
            <a:avLst/>
          </a:prstGeom>
          <a:ln>
            <a:solidFill>
              <a:srgbClr val="BFBFBF"/>
            </a:solidFill>
          </a:ln>
        </p:spPr>
        <p:txBody>
          <a:bodyPr lIns="45718" tIns="45718" rIns="45718" bIns="45718"/>
          <a:lstStyle/>
          <a:p>
            <a:pPr/>
          </a:p>
        </p:txBody>
      </p:sp>
      <p:sp>
        <p:nvSpPr>
          <p:cNvPr id="330" name="Freeform 90"/>
          <p:cNvSpPr/>
          <p:nvPr/>
        </p:nvSpPr>
        <p:spPr>
          <a:xfrm>
            <a:off x="12237973" y="10298666"/>
            <a:ext cx="2636006" cy="2"/>
          </a:xfrm>
          <a:prstGeom prst="line">
            <a:avLst/>
          </a:prstGeom>
          <a:ln w="3175">
            <a:solidFill>
              <a:srgbClr val="BFBFBF"/>
            </a:solidFill>
          </a:ln>
        </p:spPr>
        <p:txBody>
          <a:bodyPr lIns="45718" tIns="45718" rIns="45718" bIns="45718"/>
          <a:lstStyle/>
          <a:p>
            <a:pPr/>
          </a:p>
        </p:txBody>
      </p:sp>
      <p:sp>
        <p:nvSpPr>
          <p:cNvPr id="331" name="TextBox 98"/>
          <p:cNvSpPr txBox="1"/>
          <p:nvPr/>
        </p:nvSpPr>
        <p:spPr>
          <a:xfrm>
            <a:off x="13070458" y="9889172"/>
            <a:ext cx="17630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332" name="TextBox 74"/>
          <p:cNvSpPr txBox="1"/>
          <p:nvPr/>
        </p:nvSpPr>
        <p:spPr>
          <a:xfrm>
            <a:off x="12243182" y="9193193"/>
            <a:ext cx="12663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333"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OA</a:t>
            </a:r>
          </a:p>
        </p:txBody>
      </p:sp>
      <p:sp>
        <p:nvSpPr>
          <p:cNvPr id="334" name="TextBox 96"/>
          <p:cNvSpPr txBox="1"/>
          <p:nvPr/>
        </p:nvSpPr>
        <p:spPr>
          <a:xfrm>
            <a:off x="12228576" y="9321327"/>
            <a:ext cx="8335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LD</a:t>
            </a:r>
          </a:p>
        </p:txBody>
      </p:sp>
      <p:sp>
        <p:nvSpPr>
          <p:cNvPr id="335" name="Freeform 21"/>
          <p:cNvSpPr/>
          <p:nvPr/>
        </p:nvSpPr>
        <p:spPr>
          <a:xfrm>
            <a:off x="13100005" y="9307141"/>
            <a:ext cx="2" cy="108002"/>
          </a:xfrm>
          <a:prstGeom prst="line">
            <a:avLst/>
          </a:prstGeom>
          <a:ln>
            <a:solidFill>
              <a:srgbClr val="BFBFBF"/>
            </a:solidFill>
          </a:ln>
        </p:spPr>
        <p:txBody>
          <a:bodyPr lIns="45718" tIns="45718" rIns="45718" bIns="45718"/>
          <a:lstStyle/>
          <a:p>
            <a:pPr/>
          </a:p>
        </p:txBody>
      </p:sp>
      <p:sp>
        <p:nvSpPr>
          <p:cNvPr id="336" name="Freeform 47"/>
          <p:cNvSpPr/>
          <p:nvPr/>
        </p:nvSpPr>
        <p:spPr>
          <a:xfrm>
            <a:off x="12226542" y="9184596"/>
            <a:ext cx="2646002" cy="2"/>
          </a:xfrm>
          <a:prstGeom prst="line">
            <a:avLst/>
          </a:prstGeom>
          <a:ln>
            <a:solidFill>
              <a:srgbClr val="BFBFBF"/>
            </a:solidFill>
          </a:ln>
        </p:spPr>
        <p:txBody>
          <a:bodyPr lIns="45718" tIns="45718" rIns="45718" bIns="45718"/>
          <a:lstStyle/>
          <a:p>
            <a:pPr/>
          </a:p>
        </p:txBody>
      </p:sp>
      <p:sp>
        <p:nvSpPr>
          <p:cNvPr id="337" name="TextBox 109"/>
          <p:cNvSpPr txBox="1"/>
          <p:nvPr/>
        </p:nvSpPr>
        <p:spPr>
          <a:xfrm>
            <a:off x="12253914" y="8867116"/>
            <a:ext cx="9599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338"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339" name="TextBox 111"/>
          <p:cNvSpPr txBox="1"/>
          <p:nvPr/>
        </p:nvSpPr>
        <p:spPr>
          <a:xfrm>
            <a:off x="13056406" y="9758240"/>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340" name="TextBox 113"/>
          <p:cNvSpPr txBox="1"/>
          <p:nvPr/>
        </p:nvSpPr>
        <p:spPr>
          <a:xfrm>
            <a:off x="12247271" y="9758240"/>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341"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03/10/2022</a:t>
            </a:r>
          </a:p>
        </p:txBody>
      </p:sp>
      <p:sp>
        <p:nvSpPr>
          <p:cNvPr id="342" name="Straight Connector 115"/>
          <p:cNvSpPr/>
          <p:nvPr/>
        </p:nvSpPr>
        <p:spPr>
          <a:xfrm>
            <a:off x="12237973" y="8270047"/>
            <a:ext cx="2636005" cy="2"/>
          </a:xfrm>
          <a:prstGeom prst="line">
            <a:avLst/>
          </a:prstGeom>
          <a:ln>
            <a:solidFill>
              <a:srgbClr val="BFBFBF"/>
            </a:solidFill>
          </a:ln>
        </p:spPr>
        <p:txBody>
          <a:bodyPr lIns="45718" tIns="45718" rIns="45718" bIns="45718"/>
          <a:lstStyle/>
          <a:p>
            <a:pPr/>
          </a:p>
        </p:txBody>
      </p:sp>
      <p:sp>
        <p:nvSpPr>
          <p:cNvPr id="343" name="Freeform 67"/>
          <p:cNvSpPr/>
          <p:nvPr/>
        </p:nvSpPr>
        <p:spPr>
          <a:xfrm>
            <a:off x="13962832" y="9310516"/>
            <a:ext cx="2" cy="108130"/>
          </a:xfrm>
          <a:prstGeom prst="line">
            <a:avLst/>
          </a:prstGeom>
          <a:ln>
            <a:solidFill>
              <a:srgbClr val="BFBFBF"/>
            </a:solidFill>
          </a:ln>
        </p:spPr>
        <p:txBody>
          <a:bodyPr lIns="45718" tIns="45718" rIns="45718" bIns="45718"/>
          <a:lstStyle/>
          <a:p>
            <a:pPr/>
          </a:p>
        </p:txBody>
      </p:sp>
      <p:sp>
        <p:nvSpPr>
          <p:cNvPr id="344" name="TextBox 117"/>
          <p:cNvSpPr txBox="1"/>
          <p:nvPr/>
        </p:nvSpPr>
        <p:spPr>
          <a:xfrm>
            <a:off x="13549306" y="7032755"/>
            <a:ext cx="1284187"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345" name="Rectangle 118"/>
          <p:cNvSpPr txBox="1"/>
          <p:nvPr/>
        </p:nvSpPr>
        <p:spPr>
          <a:xfrm>
            <a:off x="12292583" y="374374"/>
            <a:ext cx="2524151" cy="243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346"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347" name="Freeform 47"/>
          <p:cNvSpPr/>
          <p:nvPr/>
        </p:nvSpPr>
        <p:spPr>
          <a:xfrm flipV="1">
            <a:off x="13531175" y="9183037"/>
            <a:ext cx="2" cy="124738"/>
          </a:xfrm>
          <a:prstGeom prst="line">
            <a:avLst/>
          </a:prstGeom>
          <a:ln>
            <a:solidFill>
              <a:srgbClr val="BFBFBF"/>
            </a:solidFill>
          </a:ln>
        </p:spPr>
        <p:txBody>
          <a:bodyPr lIns="45718" tIns="45718" rIns="45718" bIns="45718"/>
          <a:lstStyle/>
          <a:p>
            <a:pPr/>
          </a:p>
        </p:txBody>
      </p:sp>
      <p:sp>
        <p:nvSpPr>
          <p:cNvPr id="348"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349" name="Straight Connector 53"/>
          <p:cNvSpPr/>
          <p:nvPr/>
        </p:nvSpPr>
        <p:spPr>
          <a:xfrm>
            <a:off x="12237973" y="7837999"/>
            <a:ext cx="2636005" cy="3"/>
          </a:xfrm>
          <a:prstGeom prst="line">
            <a:avLst/>
          </a:prstGeom>
          <a:ln>
            <a:solidFill>
              <a:srgbClr val="BFBFBF"/>
            </a:solidFill>
          </a:ln>
        </p:spPr>
        <p:txBody>
          <a:bodyPr lIns="45718" tIns="45718" rIns="45718" bIns="45718"/>
          <a:lstStyle/>
          <a:p>
            <a:pPr/>
          </a:p>
        </p:txBody>
      </p:sp>
      <p:sp>
        <p:nvSpPr>
          <p:cNvPr id="350" name="TextBox 5"/>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351" name="Freeform: Shape 6"/>
          <p:cNvSpPr/>
          <p:nvPr/>
        </p:nvSpPr>
        <p:spPr>
          <a:xfrm>
            <a:off x="12537433" y="7031193"/>
            <a:ext cx="705487" cy="6648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n-lt"/>
                <a:ea typeface="+mn-ea"/>
                <a:cs typeface="+mn-cs"/>
                <a:sym typeface="Calibri"/>
              </a:defRPr>
            </a:pPr>
          </a:p>
        </p:txBody>
      </p:sp>
      <p:sp>
        <p:nvSpPr>
          <p:cNvPr id="352" name="TextBox 4"/>
          <p:cNvSpPr txBox="1"/>
          <p:nvPr/>
        </p:nvSpPr>
        <p:spPr>
          <a:xfrm>
            <a:off x="12233457" y="8514819"/>
            <a:ext cx="2600969"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110 Westminster Bridge Rd, London SE1 7XG, United Kingdom</a:t>
            </a:r>
          </a:p>
        </p:txBody>
      </p:sp>
      <p:sp>
        <p:nvSpPr>
          <p:cNvPr id="353" name="TextBox 8"/>
          <p:cNvSpPr txBox="1"/>
          <p:nvPr/>
        </p:nvSpPr>
        <p:spPr>
          <a:xfrm>
            <a:off x="12239090" y="7990071"/>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B137 -  LAMBETH NORTH</a:t>
            </a:r>
          </a:p>
        </p:txBody>
      </p:sp>
      <p:sp>
        <p:nvSpPr>
          <p:cNvPr id="354" name="TextBox 9"/>
          <p:cNvSpPr txBox="1"/>
          <p:nvPr/>
        </p:nvSpPr>
        <p:spPr>
          <a:xfrm>
            <a:off x="13056406" y="9904169"/>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355" name="TextBox 12"/>
          <p:cNvSpPr txBox="1"/>
          <p:nvPr/>
        </p:nvSpPr>
        <p:spPr>
          <a:xfrm>
            <a:off x="12247271" y="9904169"/>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356"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01/07/2025</a:t>
            </a:r>
          </a:p>
        </p:txBody>
      </p:sp>
      <p:sp>
        <p:nvSpPr>
          <p:cNvPr id="357"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358" name="TextBox 3"/>
          <p:cNvSpPr txBox="1"/>
          <p:nvPr/>
        </p:nvSpPr>
        <p:spPr>
          <a:xfrm>
            <a:off x="12339755" y="6698039"/>
            <a:ext cx="2522703" cy="19738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Arial"/>
                <a:ea typeface="Arial"/>
                <a:cs typeface="Arial"/>
                <a:sym typeface="Arial"/>
              </a:defRPr>
            </a:lvl1pPr>
          </a:lstStyle>
          <a:p>
            <a:pPr/>
            <a:r>
              <a:t>GENERAL ARRANGEMENT</a:t>
            </a:r>
          </a:p>
        </p:txBody>
      </p:sp>
      <p:sp>
        <p:nvSpPr>
          <p:cNvPr id="359"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grpSp>
        <p:nvGrpSpPr>
          <p:cNvPr id="381" name="Group 2"/>
          <p:cNvGrpSpPr/>
          <p:nvPr/>
        </p:nvGrpSpPr>
        <p:grpSpPr>
          <a:xfrm>
            <a:off x="12237972" y="832004"/>
            <a:ext cx="2636008" cy="4377610"/>
            <a:chOff x="-1" y="0"/>
            <a:chExt cx="2636007" cy="4377608"/>
          </a:xfrm>
        </p:grpSpPr>
        <p:sp>
          <p:nvSpPr>
            <p:cNvPr id="360" name="Rectangle 4"/>
            <p:cNvSpPr txBox="1"/>
            <p:nvPr/>
          </p:nvSpPr>
          <p:spPr>
            <a:xfrm>
              <a:off x="39818" y="-1"/>
              <a:ext cx="535694" cy="2024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800">
                  <a:solidFill>
                    <a:srgbClr val="808080"/>
                  </a:solidFill>
                  <a:latin typeface="Arial"/>
                  <a:ea typeface="Arial"/>
                  <a:cs typeface="Arial"/>
                  <a:sym typeface="Arial"/>
                </a:defRPr>
              </a:lvl1pPr>
            </a:lstStyle>
            <a:p>
              <a:pPr/>
              <a:r>
                <a:t>LEGEND</a:t>
              </a:r>
            </a:p>
          </p:txBody>
        </p:sp>
        <p:grpSp>
          <p:nvGrpSpPr>
            <p:cNvPr id="380" name="Group 6"/>
            <p:cNvGrpSpPr/>
            <p:nvPr/>
          </p:nvGrpSpPr>
          <p:grpSpPr>
            <a:xfrm>
              <a:off x="-2" y="331436"/>
              <a:ext cx="2636009" cy="4046173"/>
              <a:chOff x="-1" y="0"/>
              <a:chExt cx="2636007" cy="4046171"/>
            </a:xfrm>
          </p:grpSpPr>
          <p:pic>
            <p:nvPicPr>
              <p:cNvPr id="361" name="Picture 11" descr="Picture 11"/>
              <p:cNvPicPr>
                <a:picLocks noChangeAspect="1"/>
              </p:cNvPicPr>
              <p:nvPr/>
            </p:nvPicPr>
            <p:blipFill>
              <a:blip r:embed="rId2">
                <a:extLst/>
              </a:blip>
              <a:stretch>
                <a:fillRect/>
              </a:stretch>
            </p:blipFill>
            <p:spPr>
              <a:xfrm>
                <a:off x="134277" y="2585711"/>
                <a:ext cx="451093" cy="386652"/>
              </a:xfrm>
              <a:prstGeom prst="rect">
                <a:avLst/>
              </a:prstGeom>
              <a:ln w="12700" cap="flat">
                <a:noFill/>
                <a:miter lim="400000"/>
              </a:ln>
              <a:effectLst/>
            </p:spPr>
          </p:pic>
          <p:sp>
            <p:nvSpPr>
              <p:cNvPr id="362" name="Straight Connector 12"/>
              <p:cNvSpPr/>
              <p:nvPr/>
            </p:nvSpPr>
            <p:spPr>
              <a:xfrm>
                <a:off x="141995" y="165170"/>
                <a:ext cx="435658" cy="2"/>
              </a:xfrm>
              <a:prstGeom prst="line">
                <a:avLst/>
              </a:prstGeom>
              <a:noFill/>
              <a:ln w="57150" cap="flat">
                <a:solidFill>
                  <a:srgbClr val="0000FF"/>
                </a:solidFill>
                <a:prstDash val="solid"/>
                <a:round/>
              </a:ln>
              <a:effectLst/>
            </p:spPr>
            <p:txBody>
              <a:bodyPr wrap="square" lIns="45718" tIns="45718" rIns="45718" bIns="45718" numCol="1" anchor="t">
                <a:noAutofit/>
              </a:bodyPr>
              <a:lstStyle/>
              <a:p>
                <a:pPr/>
              </a:p>
            </p:txBody>
          </p:sp>
          <p:sp>
            <p:nvSpPr>
              <p:cNvPr id="363" name="Straight Connector 13"/>
              <p:cNvSpPr/>
              <p:nvPr/>
            </p:nvSpPr>
            <p:spPr>
              <a:xfrm>
                <a:off x="141995" y="871196"/>
                <a:ext cx="435658" cy="2"/>
              </a:xfrm>
              <a:prstGeom prst="line">
                <a:avLst/>
              </a:prstGeom>
              <a:noFill/>
              <a:ln w="28575" cap="flat">
                <a:solidFill>
                  <a:srgbClr val="FFFF00"/>
                </a:solidFill>
                <a:prstDash val="solid"/>
                <a:round/>
              </a:ln>
              <a:effectLst/>
            </p:spPr>
            <p:txBody>
              <a:bodyPr wrap="square" lIns="45718" tIns="45718" rIns="45718" bIns="45718" numCol="1" anchor="t">
                <a:noAutofit/>
              </a:bodyPr>
              <a:lstStyle/>
              <a:p>
                <a:pPr/>
              </a:p>
            </p:txBody>
          </p:sp>
          <p:sp>
            <p:nvSpPr>
              <p:cNvPr id="364" name="TextBox 14"/>
              <p:cNvSpPr txBox="1"/>
              <p:nvPr/>
            </p:nvSpPr>
            <p:spPr>
              <a:xfrm>
                <a:off x="1213757" y="1623679"/>
                <a:ext cx="74752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LRN</a:t>
                </a:r>
              </a:p>
            </p:txBody>
          </p:sp>
          <p:sp>
            <p:nvSpPr>
              <p:cNvPr id="365" name="TextBox 15"/>
              <p:cNvSpPr txBox="1"/>
              <p:nvPr/>
            </p:nvSpPr>
            <p:spPr>
              <a:xfrm>
                <a:off x="1213757" y="1154851"/>
                <a:ext cx="776322"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HCU</a:t>
                </a:r>
              </a:p>
            </p:txBody>
          </p:sp>
          <p:sp>
            <p:nvSpPr>
              <p:cNvPr id="366" name="TextBox 16"/>
              <p:cNvSpPr txBox="1"/>
              <p:nvPr/>
            </p:nvSpPr>
            <p:spPr>
              <a:xfrm>
                <a:off x="1213757" y="747655"/>
                <a:ext cx="795744"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Fibre Cable</a:t>
                </a:r>
              </a:p>
            </p:txBody>
          </p:sp>
          <p:sp>
            <p:nvSpPr>
              <p:cNvPr id="367" name="TextBox 17"/>
              <p:cNvSpPr txBox="1"/>
              <p:nvPr/>
            </p:nvSpPr>
            <p:spPr>
              <a:xfrm>
                <a:off x="1213757" y="0"/>
                <a:ext cx="865767" cy="2483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CAT6a Cable</a:t>
                </a:r>
              </a:p>
            </p:txBody>
          </p:sp>
          <p:pic>
            <p:nvPicPr>
              <p:cNvPr id="368" name="Picture 18" descr="Picture 18"/>
              <p:cNvPicPr>
                <a:picLocks noChangeAspect="1"/>
              </p:cNvPicPr>
              <p:nvPr/>
            </p:nvPicPr>
            <p:blipFill>
              <a:blip r:embed="rId3">
                <a:extLst/>
              </a:blip>
              <a:stretch>
                <a:fillRect/>
              </a:stretch>
            </p:blipFill>
            <p:spPr>
              <a:xfrm>
                <a:off x="145603" y="1548207"/>
                <a:ext cx="432051" cy="440347"/>
              </a:xfrm>
              <a:prstGeom prst="rect">
                <a:avLst/>
              </a:prstGeom>
              <a:ln w="12700" cap="flat">
                <a:noFill/>
                <a:miter lim="400000"/>
              </a:ln>
              <a:effectLst/>
            </p:spPr>
          </p:pic>
          <p:pic>
            <p:nvPicPr>
              <p:cNvPr id="369" name="Picture 20" descr="Picture 20"/>
              <p:cNvPicPr>
                <a:picLocks noChangeAspect="1"/>
              </p:cNvPicPr>
              <p:nvPr/>
            </p:nvPicPr>
            <p:blipFill>
              <a:blip r:embed="rId4">
                <a:extLst/>
              </a:blip>
              <a:stretch>
                <a:fillRect/>
              </a:stretch>
            </p:blipFill>
            <p:spPr>
              <a:xfrm>
                <a:off x="127769" y="1030035"/>
                <a:ext cx="438213" cy="441245"/>
              </a:xfrm>
              <a:prstGeom prst="rect">
                <a:avLst/>
              </a:prstGeom>
              <a:ln w="12700" cap="flat">
                <a:noFill/>
                <a:miter lim="400000"/>
              </a:ln>
              <a:effectLst/>
            </p:spPr>
          </p:pic>
          <p:pic>
            <p:nvPicPr>
              <p:cNvPr id="370" name="Picture 21" descr="Picture 21"/>
              <p:cNvPicPr>
                <a:picLocks noChangeAspect="1"/>
              </p:cNvPicPr>
              <p:nvPr/>
            </p:nvPicPr>
            <p:blipFill>
              <a:blip r:embed="rId5">
                <a:extLst/>
              </a:blip>
              <a:stretch>
                <a:fillRect/>
              </a:stretch>
            </p:blipFill>
            <p:spPr>
              <a:xfrm>
                <a:off x="162724" y="2048663"/>
                <a:ext cx="432050" cy="432050"/>
              </a:xfrm>
              <a:prstGeom prst="rect">
                <a:avLst/>
              </a:prstGeom>
              <a:ln w="12700" cap="flat">
                <a:noFill/>
                <a:miter lim="400000"/>
              </a:ln>
              <a:effectLst/>
            </p:spPr>
          </p:pic>
          <p:sp>
            <p:nvSpPr>
              <p:cNvPr id="371" name="TextBox 23"/>
              <p:cNvSpPr txBox="1"/>
              <p:nvPr/>
            </p:nvSpPr>
            <p:spPr>
              <a:xfrm>
                <a:off x="1213757" y="2140738"/>
                <a:ext cx="629354"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Antenna</a:t>
                </a:r>
              </a:p>
            </p:txBody>
          </p:sp>
          <p:sp>
            <p:nvSpPr>
              <p:cNvPr id="372" name="TextBox 24"/>
              <p:cNvSpPr txBox="1"/>
              <p:nvPr/>
            </p:nvSpPr>
            <p:spPr>
              <a:xfrm>
                <a:off x="1213757" y="2655086"/>
                <a:ext cx="1096004"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Splitter/Coupler</a:t>
                </a:r>
              </a:p>
            </p:txBody>
          </p:sp>
          <p:sp>
            <p:nvSpPr>
              <p:cNvPr id="373" name="Straight Connector 25"/>
              <p:cNvSpPr/>
              <p:nvPr/>
            </p:nvSpPr>
            <p:spPr>
              <a:xfrm>
                <a:off x="141922" y="524656"/>
                <a:ext cx="435658" cy="2"/>
              </a:xfrm>
              <a:prstGeom prst="line">
                <a:avLst/>
              </a:prstGeom>
              <a:noFill/>
              <a:ln w="57150" cap="flat">
                <a:solidFill>
                  <a:srgbClr val="7030A0"/>
                </a:solidFill>
                <a:prstDash val="solid"/>
                <a:round/>
              </a:ln>
              <a:effectLst/>
            </p:spPr>
            <p:txBody>
              <a:bodyPr wrap="square" lIns="45718" tIns="45718" rIns="45718" bIns="45718" numCol="1" anchor="t">
                <a:noAutofit/>
              </a:bodyPr>
              <a:lstStyle/>
              <a:p>
                <a:pPr/>
              </a:p>
            </p:txBody>
          </p:sp>
          <p:sp>
            <p:nvSpPr>
              <p:cNvPr id="374" name="TextBox 26"/>
              <p:cNvSpPr txBox="1"/>
              <p:nvPr/>
            </p:nvSpPr>
            <p:spPr>
              <a:xfrm>
                <a:off x="1217296" y="359486"/>
                <a:ext cx="1237466"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1/2” Coaxial Cable</a:t>
                </a:r>
              </a:p>
            </p:txBody>
          </p:sp>
          <p:sp>
            <p:nvSpPr>
              <p:cNvPr id="375" name="Straight Connector 27"/>
              <p:cNvSpPr/>
              <p:nvPr/>
            </p:nvSpPr>
            <p:spPr>
              <a:xfrm>
                <a:off x="-2" y="4046170"/>
                <a:ext cx="2636009" cy="2"/>
              </a:xfrm>
              <a:prstGeom prst="line">
                <a:avLst/>
              </a:prstGeom>
              <a:noFill/>
              <a:ln w="9525" cap="flat">
                <a:solidFill>
                  <a:srgbClr val="BFBFBF"/>
                </a:solidFill>
                <a:prstDash val="solid"/>
                <a:round/>
              </a:ln>
              <a:effectLst/>
            </p:spPr>
            <p:txBody>
              <a:bodyPr wrap="square" lIns="45718" tIns="45718" rIns="45718" bIns="45718" numCol="1" anchor="t">
                <a:noAutofit/>
              </a:bodyPr>
              <a:lstStyle/>
              <a:p>
                <a:pPr/>
              </a:p>
            </p:txBody>
          </p:sp>
          <p:pic>
            <p:nvPicPr>
              <p:cNvPr id="376" name="Picture 29" descr="Picture 29"/>
              <p:cNvPicPr>
                <a:picLocks noChangeAspect="1"/>
              </p:cNvPicPr>
              <p:nvPr/>
            </p:nvPicPr>
            <p:blipFill>
              <a:blip r:embed="rId6">
                <a:extLst/>
              </a:blip>
              <a:stretch>
                <a:fillRect/>
              </a:stretch>
            </p:blipFill>
            <p:spPr>
              <a:xfrm>
                <a:off x="187837" y="3681624"/>
                <a:ext cx="360002" cy="172502"/>
              </a:xfrm>
              <a:prstGeom prst="rect">
                <a:avLst/>
              </a:prstGeom>
              <a:ln w="12700" cap="flat">
                <a:noFill/>
                <a:miter lim="400000"/>
              </a:ln>
              <a:effectLst/>
            </p:spPr>
          </p:pic>
          <p:sp>
            <p:nvSpPr>
              <p:cNvPr id="377" name="TextBox 48"/>
              <p:cNvSpPr txBox="1"/>
              <p:nvPr/>
            </p:nvSpPr>
            <p:spPr>
              <a:xfrm>
                <a:off x="1213757" y="3638743"/>
                <a:ext cx="29858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Via</a:t>
                </a:r>
              </a:p>
            </p:txBody>
          </p:sp>
          <p:pic>
            <p:nvPicPr>
              <p:cNvPr id="378" name="Picture 49" descr="Picture 49"/>
              <p:cNvPicPr>
                <a:picLocks noChangeAspect="1"/>
              </p:cNvPicPr>
              <p:nvPr/>
            </p:nvPicPr>
            <p:blipFill>
              <a:blip r:embed="rId7">
                <a:extLst/>
              </a:blip>
              <a:stretch>
                <a:fillRect/>
              </a:stretch>
            </p:blipFill>
            <p:spPr>
              <a:xfrm>
                <a:off x="150971" y="3149746"/>
                <a:ext cx="414905" cy="384791"/>
              </a:xfrm>
              <a:prstGeom prst="rect">
                <a:avLst/>
              </a:prstGeom>
              <a:ln w="12700" cap="flat">
                <a:noFill/>
                <a:miter lim="400000"/>
              </a:ln>
              <a:effectLst/>
            </p:spPr>
          </p:pic>
          <p:sp>
            <p:nvSpPr>
              <p:cNvPr id="379" name="TextBox 50"/>
              <p:cNvSpPr txBox="1"/>
              <p:nvPr/>
            </p:nvSpPr>
            <p:spPr>
              <a:xfrm>
                <a:off x="1204995" y="3182919"/>
                <a:ext cx="410428"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Riser</a:t>
                </a:r>
              </a:p>
            </p:txBody>
          </p:sp>
        </p:grpSp>
      </p:grpSp>
      <p:sp>
        <p:nvSpPr>
          <p:cNvPr id="38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sp>
        <p:nvSpPr>
          <p:cNvPr id="389" name="TextBox 6"/>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390" name="Rectangle 16"/>
          <p:cNvSpPr txBox="1"/>
          <p:nvPr/>
        </p:nvSpPr>
        <p:spPr>
          <a:xfrm>
            <a:off x="262164" y="1680442"/>
            <a:ext cx="3941011" cy="20241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800">
                <a:solidFill>
                  <a:srgbClr val="CC66FF"/>
                </a:solidFill>
                <a:latin typeface="Arial"/>
                <a:ea typeface="Arial"/>
                <a:cs typeface="Arial"/>
                <a:sym typeface="Arial"/>
              </a:defRPr>
            </a:lvl1pPr>
          </a:lstStyle>
          <a:p>
            <a:pPr/>
            <a:r>
              <a:t> </a:t>
            </a:r>
          </a:p>
        </p:txBody>
      </p:sp>
      <p:sp>
        <p:nvSpPr>
          <p:cNvPr id="391" name="Rectangle 17"/>
          <p:cNvSpPr/>
          <p:nvPr/>
        </p:nvSpPr>
        <p:spPr>
          <a:xfrm>
            <a:off x="0" y="1"/>
            <a:ext cx="15122525" cy="236989"/>
          </a:xfrm>
          <a:prstGeom prst="rect">
            <a:avLst/>
          </a:prstGeom>
          <a:solidFill>
            <a:srgbClr val="D91D49"/>
          </a:solidFill>
          <a:ln w="12700">
            <a:solidFill>
              <a:srgbClr val="D91D49"/>
            </a:solidFill>
            <a:miter/>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392" name="Title Text"/>
          <p:cNvSpPr txBox="1"/>
          <p:nvPr>
            <p:ph type="title"/>
          </p:nvPr>
        </p:nvSpPr>
        <p:spPr>
          <a:xfrm>
            <a:off x="3818273" y="236991"/>
            <a:ext cx="8675541" cy="2066926"/>
          </a:xfrm>
          <a:prstGeom prst="rect">
            <a:avLst/>
          </a:prstGeom>
        </p:spPr>
        <p:txBody>
          <a:bodyPr/>
          <a:lstStyle>
            <a:lvl1pPr algn="l" defTabSz="914371">
              <a:lnSpc>
                <a:spcPct val="90000"/>
              </a:lnSpc>
              <a:defRPr sz="4400">
                <a:latin typeface="Calibri Light"/>
                <a:ea typeface="Calibri Light"/>
                <a:cs typeface="Calibri Light"/>
                <a:sym typeface="Calibri Light"/>
              </a:defRPr>
            </a:lvl1pPr>
          </a:lstStyle>
          <a:p>
            <a:pPr/>
            <a:r>
              <a:t>Title Text</a:t>
            </a:r>
          </a:p>
        </p:txBody>
      </p:sp>
      <p:pic>
        <p:nvPicPr>
          <p:cNvPr id="393" name="Picture 4" descr="Picture 4"/>
          <p:cNvPicPr>
            <a:picLocks noChangeAspect="1"/>
          </p:cNvPicPr>
          <p:nvPr/>
        </p:nvPicPr>
        <p:blipFill>
          <a:blip r:embed="rId2">
            <a:extLst/>
          </a:blip>
          <a:stretch>
            <a:fillRect/>
          </a:stretch>
        </p:blipFill>
        <p:spPr>
          <a:xfrm>
            <a:off x="379746" y="328610"/>
            <a:ext cx="3438527" cy="1333501"/>
          </a:xfrm>
          <a:prstGeom prst="rect">
            <a:avLst/>
          </a:prstGeom>
          <a:ln w="12700">
            <a:miter lim="400000"/>
          </a:ln>
        </p:spPr>
      </p:pic>
      <p:pic>
        <p:nvPicPr>
          <p:cNvPr id="394" name="Picture 6" descr="Picture 6"/>
          <p:cNvPicPr>
            <a:picLocks noChangeAspect="1"/>
          </p:cNvPicPr>
          <p:nvPr/>
        </p:nvPicPr>
        <p:blipFill>
          <a:blip r:embed="rId3">
            <a:extLst/>
          </a:blip>
          <a:stretch>
            <a:fillRect/>
          </a:stretch>
        </p:blipFill>
        <p:spPr>
          <a:xfrm>
            <a:off x="12493813" y="641014"/>
            <a:ext cx="2485310" cy="629440"/>
          </a:xfrm>
          <a:prstGeom prst="rect">
            <a:avLst/>
          </a:prstGeom>
          <a:ln w="12700">
            <a:miter lim="400000"/>
          </a:ln>
        </p:spPr>
      </p:pic>
      <p:sp>
        <p:nvSpPr>
          <p:cNvPr id="395" name="Slide Number"/>
          <p:cNvSpPr txBox="1"/>
          <p:nvPr>
            <p:ph type="sldNum" sz="quarter" idx="2"/>
          </p:nvPr>
        </p:nvSpPr>
        <p:spPr>
          <a:xfrm>
            <a:off x="10572362" y="9787046"/>
            <a:ext cx="258622" cy="248304"/>
          </a:xfrm>
          <a:prstGeom prst="rect">
            <a:avLst/>
          </a:prstGeom>
        </p:spPr>
        <p:txBody>
          <a:bodyPr lIns="45718" tIns="45718" rIns="45718" bIns="45718" anchor="ctr"/>
          <a:lstStyle>
            <a:lvl1pPr algn="r">
              <a:defRPr sz="1200">
                <a:latin typeface="+mn-lt"/>
                <a:ea typeface="+mn-ea"/>
                <a:cs typeface="+mn-cs"/>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sp>
        <p:nvSpPr>
          <p:cNvPr id="402" name="TextBox 6"/>
          <p:cNvSpPr txBox="1"/>
          <p:nvPr/>
        </p:nvSpPr>
        <p:spPr>
          <a:xfrm>
            <a:off x="63498" y="10507980"/>
            <a:ext cx="7731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403" name="Rectangle 16"/>
          <p:cNvSpPr txBox="1"/>
          <p:nvPr/>
        </p:nvSpPr>
        <p:spPr>
          <a:xfrm>
            <a:off x="262163" y="1680442"/>
            <a:ext cx="3941012" cy="2024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800">
                <a:solidFill>
                  <a:srgbClr val="CC66FF"/>
                </a:solidFill>
                <a:latin typeface="Arial"/>
                <a:ea typeface="Arial"/>
                <a:cs typeface="Arial"/>
                <a:sym typeface="Arial"/>
              </a:defRPr>
            </a:lvl1pPr>
          </a:lstStyle>
          <a:p>
            <a:pPr/>
            <a:r>
              <a:t> </a:t>
            </a:r>
          </a:p>
        </p:txBody>
      </p:sp>
      <p:sp>
        <p:nvSpPr>
          <p:cNvPr id="404" name="Rectangle 17"/>
          <p:cNvSpPr/>
          <p:nvPr/>
        </p:nvSpPr>
        <p:spPr>
          <a:xfrm>
            <a:off x="0" y="1"/>
            <a:ext cx="15122525" cy="236989"/>
          </a:xfrm>
          <a:prstGeom prst="rect">
            <a:avLst/>
          </a:prstGeom>
          <a:solidFill>
            <a:srgbClr val="D91D49"/>
          </a:solidFill>
          <a:ln w="12700">
            <a:solidFill>
              <a:srgbClr val="D91D49"/>
            </a:solidFill>
            <a:miter/>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405" name="Title Text"/>
          <p:cNvSpPr txBox="1"/>
          <p:nvPr>
            <p:ph type="title"/>
          </p:nvPr>
        </p:nvSpPr>
        <p:spPr>
          <a:xfrm>
            <a:off x="3818273" y="236991"/>
            <a:ext cx="8675542" cy="2066926"/>
          </a:xfrm>
          <a:prstGeom prst="rect">
            <a:avLst/>
          </a:prstGeom>
        </p:spPr>
        <p:txBody>
          <a:bodyPr lIns="45718" tIns="45718" rIns="45718" bIns="45718"/>
          <a:lstStyle>
            <a:lvl1pPr algn="l" defTabSz="914371">
              <a:lnSpc>
                <a:spcPct val="90000"/>
              </a:lnSpc>
              <a:defRPr sz="4400">
                <a:latin typeface="Calibri Light"/>
                <a:ea typeface="Calibri Light"/>
                <a:cs typeface="Calibri Light"/>
                <a:sym typeface="Calibri Light"/>
              </a:defRPr>
            </a:lvl1pPr>
          </a:lstStyle>
          <a:p>
            <a:pPr/>
            <a:r>
              <a:t>Title Text</a:t>
            </a:r>
          </a:p>
        </p:txBody>
      </p:sp>
      <p:pic>
        <p:nvPicPr>
          <p:cNvPr id="406" name="Picture 4" descr="Picture 4"/>
          <p:cNvPicPr>
            <a:picLocks noChangeAspect="1"/>
          </p:cNvPicPr>
          <p:nvPr/>
        </p:nvPicPr>
        <p:blipFill>
          <a:blip r:embed="rId2">
            <a:extLst/>
          </a:blip>
          <a:stretch>
            <a:fillRect/>
          </a:stretch>
        </p:blipFill>
        <p:spPr>
          <a:xfrm>
            <a:off x="379746" y="328610"/>
            <a:ext cx="3438527" cy="1333501"/>
          </a:xfrm>
          <a:prstGeom prst="rect">
            <a:avLst/>
          </a:prstGeom>
          <a:ln w="12700">
            <a:miter lim="400000"/>
          </a:ln>
        </p:spPr>
      </p:pic>
      <p:pic>
        <p:nvPicPr>
          <p:cNvPr id="407" name="Picture 6" descr="Picture 6"/>
          <p:cNvPicPr>
            <a:picLocks noChangeAspect="1"/>
          </p:cNvPicPr>
          <p:nvPr/>
        </p:nvPicPr>
        <p:blipFill>
          <a:blip r:embed="rId3">
            <a:extLst/>
          </a:blip>
          <a:stretch>
            <a:fillRect/>
          </a:stretch>
        </p:blipFill>
        <p:spPr>
          <a:xfrm>
            <a:off x="12493813" y="641014"/>
            <a:ext cx="2485311" cy="629441"/>
          </a:xfrm>
          <a:prstGeom prst="rect">
            <a:avLst/>
          </a:prstGeom>
          <a:ln w="12700">
            <a:miter lim="400000"/>
          </a:ln>
        </p:spPr>
      </p:pic>
      <p:sp>
        <p:nvSpPr>
          <p:cNvPr id="408" name="Slide Number"/>
          <p:cNvSpPr txBox="1"/>
          <p:nvPr>
            <p:ph type="sldNum" sz="quarter" idx="2"/>
          </p:nvPr>
        </p:nvSpPr>
        <p:spPr>
          <a:xfrm>
            <a:off x="10572364" y="9787047"/>
            <a:ext cx="258620" cy="248302"/>
          </a:xfrm>
          <a:prstGeom prst="rect">
            <a:avLst/>
          </a:prstGeom>
        </p:spPr>
        <p:txBody>
          <a:bodyPr lIns="45718" tIns="45718" rIns="45718" bIns="45718" anchor="ctr"/>
          <a:lstStyle>
            <a:lvl1pPr algn="r">
              <a:defRPr sz="1200">
                <a:latin typeface="+mn-lt"/>
                <a:ea typeface="+mn-ea"/>
                <a:cs typeface="+mn-cs"/>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2_GA">
    <p:spTree>
      <p:nvGrpSpPr>
        <p:cNvPr id="1" name=""/>
        <p:cNvGrpSpPr/>
        <p:nvPr/>
      </p:nvGrpSpPr>
      <p:grpSpPr>
        <a:xfrm>
          <a:off x="0" y="0"/>
          <a:ext cx="0" cy="0"/>
          <a:chOff x="0" y="0"/>
          <a:chExt cx="0" cy="0"/>
        </a:xfrm>
      </p:grpSpPr>
      <p:sp>
        <p:nvSpPr>
          <p:cNvPr id="415" name="TextBox 66"/>
          <p:cNvSpPr txBox="1"/>
          <p:nvPr/>
        </p:nvSpPr>
        <p:spPr>
          <a:xfrm>
            <a:off x="13525788" y="9201184"/>
            <a:ext cx="130066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416" name="TextBox 85"/>
          <p:cNvSpPr txBox="1"/>
          <p:nvPr/>
        </p:nvSpPr>
        <p:spPr>
          <a:xfrm>
            <a:off x="13969973" y="9321327"/>
            <a:ext cx="85647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&lt;A&gt;</a:t>
            </a:r>
          </a:p>
        </p:txBody>
      </p:sp>
      <p:sp>
        <p:nvSpPr>
          <p:cNvPr id="417"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418" name="Freeform 10"/>
          <p:cNvSpPr/>
          <p:nvPr/>
        </p:nvSpPr>
        <p:spPr>
          <a:xfrm flipH="1">
            <a:off x="12234861" y="209549"/>
            <a:ext cx="1" cy="10224003"/>
          </a:xfrm>
          <a:prstGeom prst="line">
            <a:avLst/>
          </a:prstGeom>
          <a:ln>
            <a:solidFill>
              <a:srgbClr val="BFBFBF"/>
            </a:solidFill>
          </a:ln>
        </p:spPr>
        <p:txBody>
          <a:bodyPr lIns="45718" tIns="45718" rIns="45718" bIns="45718"/>
          <a:lstStyle/>
          <a:p>
            <a:pPr/>
          </a:p>
        </p:txBody>
      </p:sp>
      <p:sp>
        <p:nvSpPr>
          <p:cNvPr id="419" name="Freeform 11"/>
          <p:cNvSpPr/>
          <p:nvPr/>
        </p:nvSpPr>
        <p:spPr>
          <a:xfrm>
            <a:off x="12230100" y="702182"/>
            <a:ext cx="2646002" cy="3"/>
          </a:xfrm>
          <a:prstGeom prst="line">
            <a:avLst/>
          </a:prstGeom>
          <a:ln>
            <a:solidFill>
              <a:srgbClr val="BFBFBF"/>
            </a:solidFill>
          </a:ln>
        </p:spPr>
        <p:txBody>
          <a:bodyPr lIns="45718" tIns="45718" rIns="45718" bIns="45718"/>
          <a:lstStyle/>
          <a:p>
            <a:pPr/>
          </a:p>
        </p:txBody>
      </p:sp>
      <p:sp>
        <p:nvSpPr>
          <p:cNvPr id="420"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421" name="Freeform 45"/>
          <p:cNvSpPr/>
          <p:nvPr/>
        </p:nvSpPr>
        <p:spPr>
          <a:xfrm>
            <a:off x="12230100" y="8848334"/>
            <a:ext cx="2646002" cy="2"/>
          </a:xfrm>
          <a:prstGeom prst="line">
            <a:avLst/>
          </a:prstGeom>
          <a:ln>
            <a:solidFill>
              <a:srgbClr val="BFBFBF"/>
            </a:solidFill>
          </a:ln>
        </p:spPr>
        <p:txBody>
          <a:bodyPr lIns="45718" tIns="45718" rIns="45718" bIns="45718"/>
          <a:lstStyle/>
          <a:p>
            <a:pPr/>
          </a:p>
        </p:txBody>
      </p:sp>
      <p:sp>
        <p:nvSpPr>
          <p:cNvPr id="422" name="Freeform 47"/>
          <p:cNvSpPr/>
          <p:nvPr/>
        </p:nvSpPr>
        <p:spPr>
          <a:xfrm>
            <a:off x="12237973" y="9307141"/>
            <a:ext cx="2631524" cy="2"/>
          </a:xfrm>
          <a:prstGeom prst="line">
            <a:avLst/>
          </a:prstGeom>
          <a:ln>
            <a:solidFill>
              <a:srgbClr val="BFBFBF"/>
            </a:solidFill>
          </a:ln>
        </p:spPr>
        <p:txBody>
          <a:bodyPr lIns="45718" tIns="45718" rIns="45718" bIns="45718"/>
          <a:lstStyle/>
          <a:p>
            <a:pPr/>
          </a:p>
        </p:txBody>
      </p:sp>
      <p:sp>
        <p:nvSpPr>
          <p:cNvPr id="423" name="Freeform 48"/>
          <p:cNvSpPr/>
          <p:nvPr/>
        </p:nvSpPr>
        <p:spPr>
          <a:xfrm>
            <a:off x="12229154" y="9417119"/>
            <a:ext cx="2646003" cy="2"/>
          </a:xfrm>
          <a:prstGeom prst="line">
            <a:avLst/>
          </a:prstGeom>
          <a:ln>
            <a:solidFill>
              <a:srgbClr val="BFBFBF"/>
            </a:solidFill>
          </a:ln>
        </p:spPr>
        <p:txBody>
          <a:bodyPr lIns="45718" tIns="45718" rIns="45718" bIns="45718"/>
          <a:lstStyle/>
          <a:p>
            <a:pPr/>
          </a:p>
        </p:txBody>
      </p:sp>
      <p:sp>
        <p:nvSpPr>
          <p:cNvPr id="424" name="Freeform 67"/>
          <p:cNvSpPr/>
          <p:nvPr/>
        </p:nvSpPr>
        <p:spPr>
          <a:xfrm>
            <a:off x="13545545" y="6950907"/>
            <a:ext cx="3" cy="890405"/>
          </a:xfrm>
          <a:prstGeom prst="line">
            <a:avLst/>
          </a:prstGeom>
          <a:ln>
            <a:solidFill>
              <a:srgbClr val="BFBFBF"/>
            </a:solidFill>
          </a:ln>
        </p:spPr>
        <p:txBody>
          <a:bodyPr lIns="45718" tIns="45718" rIns="45718" bIns="45718"/>
          <a:lstStyle/>
          <a:p>
            <a:pPr/>
          </a:p>
        </p:txBody>
      </p:sp>
      <p:sp>
        <p:nvSpPr>
          <p:cNvPr id="425" name="TextBox 75"/>
          <p:cNvSpPr txBox="1"/>
          <p:nvPr/>
        </p:nvSpPr>
        <p:spPr>
          <a:xfrm>
            <a:off x="12234160" y="9470638"/>
            <a:ext cx="259229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426" name="Freeform 76"/>
          <p:cNvSpPr/>
          <p:nvPr/>
        </p:nvSpPr>
        <p:spPr>
          <a:xfrm>
            <a:off x="12233492" y="9612058"/>
            <a:ext cx="2636006" cy="2"/>
          </a:xfrm>
          <a:prstGeom prst="line">
            <a:avLst/>
          </a:prstGeom>
          <a:ln w="3175">
            <a:solidFill>
              <a:srgbClr val="BFBFBF"/>
            </a:solidFill>
          </a:ln>
        </p:spPr>
        <p:txBody>
          <a:bodyPr lIns="45718" tIns="45718" rIns="45718" bIns="45718"/>
          <a:lstStyle/>
          <a:p>
            <a:pPr/>
          </a:p>
        </p:txBody>
      </p:sp>
      <p:sp>
        <p:nvSpPr>
          <p:cNvPr id="427" name="TextBox 77"/>
          <p:cNvSpPr txBox="1"/>
          <p:nvPr/>
        </p:nvSpPr>
        <p:spPr>
          <a:xfrm>
            <a:off x="12507654" y="9632305"/>
            <a:ext cx="51028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428" name="Freeform 79"/>
          <p:cNvSpPr/>
          <p:nvPr/>
        </p:nvSpPr>
        <p:spPr>
          <a:xfrm>
            <a:off x="12513692" y="9612117"/>
            <a:ext cx="3" cy="821437"/>
          </a:xfrm>
          <a:prstGeom prst="line">
            <a:avLst/>
          </a:prstGeom>
          <a:ln w="3175">
            <a:solidFill>
              <a:srgbClr val="BFBFBF"/>
            </a:solidFill>
          </a:ln>
        </p:spPr>
        <p:txBody>
          <a:bodyPr lIns="45718" tIns="45718" rIns="45718" bIns="45718"/>
          <a:lstStyle/>
          <a:p>
            <a:pPr/>
          </a:p>
        </p:txBody>
      </p:sp>
      <p:sp>
        <p:nvSpPr>
          <p:cNvPr id="429"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430" name="Freeform 82"/>
          <p:cNvSpPr/>
          <p:nvPr/>
        </p:nvSpPr>
        <p:spPr>
          <a:xfrm>
            <a:off x="12236067" y="9736835"/>
            <a:ext cx="2636006" cy="2"/>
          </a:xfrm>
          <a:prstGeom prst="line">
            <a:avLst/>
          </a:prstGeom>
          <a:ln w="3175">
            <a:solidFill>
              <a:srgbClr val="BFBFBF"/>
            </a:solidFill>
          </a:ln>
        </p:spPr>
        <p:txBody>
          <a:bodyPr lIns="45718" tIns="45718" rIns="45718" bIns="45718"/>
          <a:lstStyle/>
          <a:p>
            <a:pPr/>
          </a:p>
        </p:txBody>
      </p:sp>
      <p:sp>
        <p:nvSpPr>
          <p:cNvPr id="431" name="Freeform 83"/>
          <p:cNvSpPr/>
          <p:nvPr/>
        </p:nvSpPr>
        <p:spPr>
          <a:xfrm>
            <a:off x="13052420" y="9614213"/>
            <a:ext cx="3" cy="824700"/>
          </a:xfrm>
          <a:prstGeom prst="line">
            <a:avLst/>
          </a:prstGeom>
          <a:ln w="3175">
            <a:solidFill>
              <a:srgbClr val="BFBFBF"/>
            </a:solidFill>
          </a:ln>
        </p:spPr>
        <p:txBody>
          <a:bodyPr lIns="45718" tIns="45718" rIns="45718" bIns="45718"/>
          <a:lstStyle/>
          <a:p>
            <a:pPr/>
          </a:p>
        </p:txBody>
      </p:sp>
      <p:sp>
        <p:nvSpPr>
          <p:cNvPr id="432" name="TextBox 84"/>
          <p:cNvSpPr txBox="1"/>
          <p:nvPr/>
        </p:nvSpPr>
        <p:spPr>
          <a:xfrm>
            <a:off x="13058443" y="9631360"/>
            <a:ext cx="17816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433" name="Freeform 86"/>
          <p:cNvSpPr/>
          <p:nvPr/>
        </p:nvSpPr>
        <p:spPr>
          <a:xfrm>
            <a:off x="12237973" y="9877804"/>
            <a:ext cx="2636007" cy="2"/>
          </a:xfrm>
          <a:prstGeom prst="line">
            <a:avLst/>
          </a:prstGeom>
          <a:ln w="3175">
            <a:solidFill>
              <a:srgbClr val="BFBFBF"/>
            </a:solidFill>
          </a:ln>
        </p:spPr>
        <p:txBody>
          <a:bodyPr lIns="45718" tIns="45718" rIns="45718" bIns="45718"/>
          <a:lstStyle/>
          <a:p>
            <a:pPr/>
          </a:p>
        </p:txBody>
      </p:sp>
      <p:sp>
        <p:nvSpPr>
          <p:cNvPr id="434" name="Freeform 87"/>
          <p:cNvSpPr/>
          <p:nvPr/>
        </p:nvSpPr>
        <p:spPr>
          <a:xfrm>
            <a:off x="12236067" y="9878180"/>
            <a:ext cx="2636006" cy="3"/>
          </a:xfrm>
          <a:prstGeom prst="line">
            <a:avLst/>
          </a:prstGeom>
          <a:ln w="3175">
            <a:solidFill>
              <a:srgbClr val="BFBFBF"/>
            </a:solidFill>
          </a:ln>
        </p:spPr>
        <p:txBody>
          <a:bodyPr lIns="45718" tIns="45718" rIns="45718" bIns="45718"/>
          <a:lstStyle/>
          <a:p>
            <a:pPr/>
          </a:p>
        </p:txBody>
      </p:sp>
      <p:sp>
        <p:nvSpPr>
          <p:cNvPr id="435" name="Freeform 88"/>
          <p:cNvSpPr/>
          <p:nvPr/>
        </p:nvSpPr>
        <p:spPr>
          <a:xfrm>
            <a:off x="12237973" y="10019151"/>
            <a:ext cx="2636007" cy="2"/>
          </a:xfrm>
          <a:prstGeom prst="line">
            <a:avLst/>
          </a:prstGeom>
          <a:ln w="3175">
            <a:solidFill>
              <a:srgbClr val="BFBFBF"/>
            </a:solidFill>
          </a:ln>
        </p:spPr>
        <p:txBody>
          <a:bodyPr lIns="45718" tIns="45718" rIns="45718" bIns="45718"/>
          <a:lstStyle/>
          <a:p>
            <a:pPr/>
          </a:p>
        </p:txBody>
      </p:sp>
      <p:sp>
        <p:nvSpPr>
          <p:cNvPr id="436" name="Freeform 90"/>
          <p:cNvSpPr/>
          <p:nvPr/>
        </p:nvSpPr>
        <p:spPr>
          <a:xfrm>
            <a:off x="12237973" y="10159355"/>
            <a:ext cx="2636007" cy="4"/>
          </a:xfrm>
          <a:prstGeom prst="line">
            <a:avLst/>
          </a:prstGeom>
          <a:ln w="3175">
            <a:solidFill>
              <a:srgbClr val="BFBFBF"/>
            </a:solidFill>
          </a:ln>
        </p:spPr>
        <p:txBody>
          <a:bodyPr lIns="45718" tIns="45718" rIns="45718" bIns="45718"/>
          <a:lstStyle/>
          <a:p>
            <a:pPr/>
          </a:p>
        </p:txBody>
      </p:sp>
      <p:sp>
        <p:nvSpPr>
          <p:cNvPr id="437" name="Straight Connector 2"/>
          <p:cNvSpPr/>
          <p:nvPr/>
        </p:nvSpPr>
        <p:spPr>
          <a:xfrm>
            <a:off x="12237973" y="6947426"/>
            <a:ext cx="2636006" cy="2"/>
          </a:xfrm>
          <a:prstGeom prst="line">
            <a:avLst/>
          </a:prstGeom>
          <a:ln>
            <a:solidFill>
              <a:srgbClr val="BFBFBF"/>
            </a:solidFill>
          </a:ln>
        </p:spPr>
        <p:txBody>
          <a:bodyPr lIns="45718" tIns="45718" rIns="45718" bIns="45718"/>
          <a:lstStyle/>
          <a:p>
            <a:pPr/>
          </a:p>
        </p:txBody>
      </p:sp>
      <p:sp>
        <p:nvSpPr>
          <p:cNvPr id="438" name="Straight Connector 71"/>
          <p:cNvSpPr/>
          <p:nvPr/>
        </p:nvSpPr>
        <p:spPr>
          <a:xfrm>
            <a:off x="12237973" y="6659394"/>
            <a:ext cx="2636006" cy="2"/>
          </a:xfrm>
          <a:prstGeom prst="line">
            <a:avLst/>
          </a:prstGeom>
          <a:ln>
            <a:solidFill>
              <a:srgbClr val="BFBFBF"/>
            </a:solidFill>
          </a:ln>
        </p:spPr>
        <p:txBody>
          <a:bodyPr lIns="45718" tIns="45718" rIns="45718" bIns="45718"/>
          <a:lstStyle/>
          <a:p>
            <a:pPr/>
          </a:p>
        </p:txBody>
      </p:sp>
      <p:sp>
        <p:nvSpPr>
          <p:cNvPr id="439" name="Freeform 90"/>
          <p:cNvSpPr/>
          <p:nvPr/>
        </p:nvSpPr>
        <p:spPr>
          <a:xfrm>
            <a:off x="12237973" y="10298666"/>
            <a:ext cx="2636007" cy="2"/>
          </a:xfrm>
          <a:prstGeom prst="line">
            <a:avLst/>
          </a:prstGeom>
          <a:ln w="3175">
            <a:solidFill>
              <a:srgbClr val="BFBFBF"/>
            </a:solidFill>
          </a:ln>
        </p:spPr>
        <p:txBody>
          <a:bodyPr lIns="45718" tIns="45718" rIns="45718" bIns="45718"/>
          <a:lstStyle/>
          <a:p>
            <a:pPr/>
          </a:p>
        </p:txBody>
      </p:sp>
      <p:sp>
        <p:nvSpPr>
          <p:cNvPr id="440" name="TextBox 98"/>
          <p:cNvSpPr txBox="1"/>
          <p:nvPr/>
        </p:nvSpPr>
        <p:spPr>
          <a:xfrm>
            <a:off x="13070458" y="9889172"/>
            <a:ext cx="17630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441" name="TextBox 74"/>
          <p:cNvSpPr txBox="1"/>
          <p:nvPr/>
        </p:nvSpPr>
        <p:spPr>
          <a:xfrm>
            <a:off x="12243182" y="9193193"/>
            <a:ext cx="126635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442"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&lt;C&gt;</a:t>
            </a:r>
          </a:p>
        </p:txBody>
      </p:sp>
      <p:sp>
        <p:nvSpPr>
          <p:cNvPr id="443" name="TextBox 96"/>
          <p:cNvSpPr txBox="1"/>
          <p:nvPr/>
        </p:nvSpPr>
        <p:spPr>
          <a:xfrm>
            <a:off x="12228576" y="9321327"/>
            <a:ext cx="8335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&lt;D&gt;</a:t>
            </a:r>
          </a:p>
        </p:txBody>
      </p:sp>
      <p:sp>
        <p:nvSpPr>
          <p:cNvPr id="444" name="Freeform 21"/>
          <p:cNvSpPr/>
          <p:nvPr/>
        </p:nvSpPr>
        <p:spPr>
          <a:xfrm>
            <a:off x="13100004" y="9307141"/>
            <a:ext cx="3" cy="108002"/>
          </a:xfrm>
          <a:prstGeom prst="line">
            <a:avLst/>
          </a:prstGeom>
          <a:ln>
            <a:solidFill>
              <a:srgbClr val="BFBFBF"/>
            </a:solidFill>
          </a:ln>
        </p:spPr>
        <p:txBody>
          <a:bodyPr lIns="45718" tIns="45718" rIns="45718" bIns="45718"/>
          <a:lstStyle/>
          <a:p>
            <a:pPr/>
          </a:p>
        </p:txBody>
      </p:sp>
      <p:sp>
        <p:nvSpPr>
          <p:cNvPr id="445" name="Freeform 47"/>
          <p:cNvSpPr/>
          <p:nvPr/>
        </p:nvSpPr>
        <p:spPr>
          <a:xfrm>
            <a:off x="12226542" y="9184596"/>
            <a:ext cx="2646003" cy="2"/>
          </a:xfrm>
          <a:prstGeom prst="line">
            <a:avLst/>
          </a:prstGeom>
          <a:ln>
            <a:solidFill>
              <a:srgbClr val="BFBFBF"/>
            </a:solidFill>
          </a:ln>
        </p:spPr>
        <p:txBody>
          <a:bodyPr lIns="45718" tIns="45718" rIns="45718" bIns="45718"/>
          <a:lstStyle/>
          <a:p>
            <a:pPr/>
          </a:p>
        </p:txBody>
      </p:sp>
      <p:sp>
        <p:nvSpPr>
          <p:cNvPr id="446" name="TextBox 109"/>
          <p:cNvSpPr txBox="1"/>
          <p:nvPr/>
        </p:nvSpPr>
        <p:spPr>
          <a:xfrm>
            <a:off x="12253914" y="8867116"/>
            <a:ext cx="95997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447"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448" name="TextBox 111"/>
          <p:cNvSpPr txBox="1"/>
          <p:nvPr/>
        </p:nvSpPr>
        <p:spPr>
          <a:xfrm>
            <a:off x="13056406" y="9758240"/>
            <a:ext cx="17770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449" name="TextBox 113"/>
          <p:cNvSpPr txBox="1"/>
          <p:nvPr/>
        </p:nvSpPr>
        <p:spPr>
          <a:xfrm>
            <a:off x="12247271" y="9758240"/>
            <a:ext cx="2243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450"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&lt;P01&gt;</a:t>
            </a:r>
          </a:p>
        </p:txBody>
      </p:sp>
      <p:sp>
        <p:nvSpPr>
          <p:cNvPr id="451" name="Straight Connector 115"/>
          <p:cNvSpPr/>
          <p:nvPr/>
        </p:nvSpPr>
        <p:spPr>
          <a:xfrm>
            <a:off x="12237973" y="8270047"/>
            <a:ext cx="2636006" cy="2"/>
          </a:xfrm>
          <a:prstGeom prst="line">
            <a:avLst/>
          </a:prstGeom>
          <a:ln>
            <a:solidFill>
              <a:srgbClr val="BFBFBF"/>
            </a:solidFill>
          </a:ln>
        </p:spPr>
        <p:txBody>
          <a:bodyPr lIns="45718" tIns="45718" rIns="45718" bIns="45718"/>
          <a:lstStyle/>
          <a:p>
            <a:pPr/>
          </a:p>
        </p:txBody>
      </p:sp>
      <p:sp>
        <p:nvSpPr>
          <p:cNvPr id="452" name="Freeform 67"/>
          <p:cNvSpPr/>
          <p:nvPr/>
        </p:nvSpPr>
        <p:spPr>
          <a:xfrm>
            <a:off x="13962832" y="9310516"/>
            <a:ext cx="3" cy="108131"/>
          </a:xfrm>
          <a:prstGeom prst="line">
            <a:avLst/>
          </a:prstGeom>
          <a:ln>
            <a:solidFill>
              <a:srgbClr val="BFBFBF"/>
            </a:solidFill>
          </a:ln>
        </p:spPr>
        <p:txBody>
          <a:bodyPr lIns="45718" tIns="45718" rIns="45718" bIns="45718"/>
          <a:lstStyle/>
          <a:p>
            <a:pPr/>
          </a:p>
        </p:txBody>
      </p:sp>
      <p:sp>
        <p:nvSpPr>
          <p:cNvPr id="453" name="TextBox 117"/>
          <p:cNvSpPr txBox="1"/>
          <p:nvPr/>
        </p:nvSpPr>
        <p:spPr>
          <a:xfrm>
            <a:off x="13549306" y="7032755"/>
            <a:ext cx="1284188"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454" name="Rectangle 118"/>
          <p:cNvSpPr txBox="1"/>
          <p:nvPr/>
        </p:nvSpPr>
        <p:spPr>
          <a:xfrm>
            <a:off x="12292583" y="374373"/>
            <a:ext cx="2524151" cy="2438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455"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456" name="Freeform 47"/>
          <p:cNvSpPr/>
          <p:nvPr/>
        </p:nvSpPr>
        <p:spPr>
          <a:xfrm flipV="1">
            <a:off x="13531175" y="9183037"/>
            <a:ext cx="3" cy="124739"/>
          </a:xfrm>
          <a:prstGeom prst="line">
            <a:avLst/>
          </a:prstGeom>
          <a:ln>
            <a:solidFill>
              <a:srgbClr val="BFBFBF"/>
            </a:solidFill>
          </a:ln>
        </p:spPr>
        <p:txBody>
          <a:bodyPr lIns="45718" tIns="45718" rIns="45718" bIns="45718"/>
          <a:lstStyle/>
          <a:p>
            <a:pPr/>
          </a:p>
        </p:txBody>
      </p:sp>
      <p:sp>
        <p:nvSpPr>
          <p:cNvPr id="457"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458" name="Straight Connector 53"/>
          <p:cNvSpPr/>
          <p:nvPr/>
        </p:nvSpPr>
        <p:spPr>
          <a:xfrm>
            <a:off x="12237973" y="7837999"/>
            <a:ext cx="2636006" cy="4"/>
          </a:xfrm>
          <a:prstGeom prst="line">
            <a:avLst/>
          </a:prstGeom>
          <a:ln>
            <a:solidFill>
              <a:srgbClr val="BFBFBF"/>
            </a:solidFill>
          </a:ln>
        </p:spPr>
        <p:txBody>
          <a:bodyPr lIns="45718" tIns="45718" rIns="45718" bIns="45718"/>
          <a:lstStyle/>
          <a:p>
            <a:pPr/>
          </a:p>
        </p:txBody>
      </p:sp>
      <p:sp>
        <p:nvSpPr>
          <p:cNvPr id="459" name="TextBox 5"/>
          <p:cNvSpPr txBox="1"/>
          <p:nvPr/>
        </p:nvSpPr>
        <p:spPr>
          <a:xfrm>
            <a:off x="63498" y="10507980"/>
            <a:ext cx="7731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460" name="Freeform: Shape 6"/>
          <p:cNvSpPr/>
          <p:nvPr/>
        </p:nvSpPr>
        <p:spPr>
          <a:xfrm>
            <a:off x="12537433" y="7031193"/>
            <a:ext cx="705488" cy="6648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n-lt"/>
                <a:ea typeface="+mn-ea"/>
                <a:cs typeface="+mn-cs"/>
                <a:sym typeface="Calibri"/>
              </a:defRPr>
            </a:pPr>
          </a:p>
        </p:txBody>
      </p:sp>
      <p:sp>
        <p:nvSpPr>
          <p:cNvPr id="461" name="TextBox 4"/>
          <p:cNvSpPr txBox="1"/>
          <p:nvPr/>
        </p:nvSpPr>
        <p:spPr>
          <a:xfrm>
            <a:off x="12233457" y="8514819"/>
            <a:ext cx="26009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&lt;&lt;ADDRESS&gt;&gt;</a:t>
            </a:r>
          </a:p>
        </p:txBody>
      </p:sp>
      <p:sp>
        <p:nvSpPr>
          <p:cNvPr id="462" name="TextBox 8"/>
          <p:cNvSpPr txBox="1"/>
          <p:nvPr/>
        </p:nvSpPr>
        <p:spPr>
          <a:xfrm>
            <a:off x="12239090" y="7990071"/>
            <a:ext cx="26009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&lt;&lt;STATION_NAME&gt;&gt;</a:t>
            </a:r>
          </a:p>
        </p:txBody>
      </p:sp>
      <p:sp>
        <p:nvSpPr>
          <p:cNvPr id="463" name="TextBox 9"/>
          <p:cNvSpPr txBox="1"/>
          <p:nvPr/>
        </p:nvSpPr>
        <p:spPr>
          <a:xfrm>
            <a:off x="13056406" y="9904169"/>
            <a:ext cx="17770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464" name="TextBox 12"/>
          <p:cNvSpPr txBox="1"/>
          <p:nvPr/>
        </p:nvSpPr>
        <p:spPr>
          <a:xfrm>
            <a:off x="12247271" y="9904169"/>
            <a:ext cx="2243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465"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&lt;P02&gt;</a:t>
            </a:r>
          </a:p>
        </p:txBody>
      </p:sp>
      <p:sp>
        <p:nvSpPr>
          <p:cNvPr id="466" name="Freeform 62"/>
          <p:cNvSpPr/>
          <p:nvPr/>
        </p:nvSpPr>
        <p:spPr>
          <a:xfrm>
            <a:off x="12230100" y="702182"/>
            <a:ext cx="2646002" cy="3"/>
          </a:xfrm>
          <a:prstGeom prst="line">
            <a:avLst/>
          </a:prstGeom>
          <a:ln>
            <a:solidFill>
              <a:srgbClr val="000000"/>
            </a:solidFill>
          </a:ln>
        </p:spPr>
        <p:txBody>
          <a:bodyPr lIns="45718" tIns="45718" rIns="45718" bIns="45718"/>
          <a:lstStyle/>
          <a:p>
            <a:pPr/>
          </a:p>
        </p:txBody>
      </p:sp>
      <p:sp>
        <p:nvSpPr>
          <p:cNvPr id="467" name="TextBox 3"/>
          <p:cNvSpPr txBox="1"/>
          <p:nvPr/>
        </p:nvSpPr>
        <p:spPr>
          <a:xfrm>
            <a:off x="12339755" y="6688781"/>
            <a:ext cx="2522704"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pic>
        <p:nvPicPr>
          <p:cNvPr id="468" name="Picture 2" descr="Picture 2"/>
          <p:cNvPicPr>
            <a:picLocks noChangeAspect="1"/>
          </p:cNvPicPr>
          <p:nvPr/>
        </p:nvPicPr>
        <p:blipFill>
          <a:blip r:embed="rId2">
            <a:extLst/>
          </a:blip>
          <a:stretch>
            <a:fillRect/>
          </a:stretch>
        </p:blipFill>
        <p:spPr>
          <a:xfrm>
            <a:off x="14142457" y="5778748"/>
            <a:ext cx="720003" cy="720003"/>
          </a:xfrm>
          <a:prstGeom prst="rect">
            <a:avLst/>
          </a:prstGeom>
          <a:ln w="12700">
            <a:miter lim="400000"/>
          </a:ln>
        </p:spPr>
      </p:pic>
      <p:sp>
        <p:nvSpPr>
          <p:cNvPr id="469" name="Freeform 62"/>
          <p:cNvSpPr/>
          <p:nvPr/>
        </p:nvSpPr>
        <p:spPr>
          <a:xfrm>
            <a:off x="12230100" y="702182"/>
            <a:ext cx="2646002" cy="3"/>
          </a:xfrm>
          <a:prstGeom prst="line">
            <a:avLst/>
          </a:prstGeom>
          <a:ln>
            <a:solidFill>
              <a:srgbClr val="000000"/>
            </a:solidFill>
          </a:ln>
        </p:spPr>
        <p:txBody>
          <a:bodyPr lIns="45718" tIns="45718" rIns="45718" bIns="45718"/>
          <a:lstStyle/>
          <a:p>
            <a:pPr/>
          </a:p>
        </p:txBody>
      </p:sp>
      <p:sp>
        <p:nvSpPr>
          <p:cNvPr id="470" name="Rectangle 10"/>
          <p:cNvSpPr txBox="1"/>
          <p:nvPr/>
        </p:nvSpPr>
        <p:spPr>
          <a:xfrm>
            <a:off x="12277790" y="832005"/>
            <a:ext cx="535695" cy="20241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sp>
        <p:nvSpPr>
          <p:cNvPr id="471" name="Straight Connector 24"/>
          <p:cNvSpPr/>
          <p:nvPr/>
        </p:nvSpPr>
        <p:spPr>
          <a:xfrm>
            <a:off x="12237973" y="4014550"/>
            <a:ext cx="2636006" cy="3"/>
          </a:xfrm>
          <a:prstGeom prst="line">
            <a:avLst/>
          </a:prstGeom>
          <a:ln>
            <a:solidFill>
              <a:srgbClr val="BFBFBF"/>
            </a:solidFill>
          </a:ln>
        </p:spPr>
        <p:txBody>
          <a:bodyPr lIns="45718" tIns="45718" rIns="45718" bIns="45718"/>
          <a:lstStyle/>
          <a:p>
            <a:pPr/>
          </a:p>
        </p:txBody>
      </p:sp>
      <p:pic>
        <p:nvPicPr>
          <p:cNvPr id="472" name="Picture 35" descr="Picture 35"/>
          <p:cNvPicPr>
            <a:picLocks noChangeAspect="1"/>
          </p:cNvPicPr>
          <p:nvPr/>
        </p:nvPicPr>
        <p:blipFill>
          <a:blip r:embed="rId3">
            <a:extLst/>
          </a:blip>
          <a:stretch>
            <a:fillRect/>
          </a:stretch>
        </p:blipFill>
        <p:spPr>
          <a:xfrm>
            <a:off x="12263063" y="1363132"/>
            <a:ext cx="2586718" cy="775817"/>
          </a:xfrm>
          <a:prstGeom prst="rect">
            <a:avLst/>
          </a:prstGeom>
          <a:ln w="12700">
            <a:miter lim="400000"/>
          </a:ln>
        </p:spPr>
      </p:pic>
      <p:sp>
        <p:nvSpPr>
          <p:cNvPr id="473" name="Rectangle 1"/>
          <p:cNvSpPr/>
          <p:nvPr/>
        </p:nvSpPr>
        <p:spPr>
          <a:xfrm>
            <a:off x="13633450" y="1357209"/>
            <a:ext cx="1066800" cy="282778"/>
          </a:xfrm>
          <a:prstGeom prst="rect">
            <a:avLst/>
          </a:prstGeom>
          <a:solidFill>
            <a:srgbClr val="FFFFFF"/>
          </a:solidFill>
          <a:ln w="12700">
            <a:miter lim="400000"/>
          </a:ln>
        </p:spPr>
        <p:txBody>
          <a:bodyPr lIns="45718" tIns="45718" rIns="45718" bIns="45718" anchor="ctr"/>
          <a:lstStyle/>
          <a:p>
            <a:pPr algn="ctr">
              <a:defRPr>
                <a:latin typeface="+mn-lt"/>
                <a:ea typeface="+mn-ea"/>
                <a:cs typeface="+mn-cs"/>
                <a:sym typeface="Calibri"/>
              </a:defRPr>
            </a:pPr>
          </a:p>
        </p:txBody>
      </p:sp>
      <p:sp>
        <p:nvSpPr>
          <p:cNvPr id="474" name="&lt;NUM&gt;"/>
          <p:cNvSpPr txBox="1"/>
          <p:nvPr/>
        </p:nvSpPr>
        <p:spPr>
          <a:xfrm>
            <a:off x="14316518" y="9157296"/>
            <a:ext cx="371881" cy="17621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600">
                <a:latin typeface="+mn-lt"/>
                <a:ea typeface="+mn-ea"/>
                <a:cs typeface="+mn-cs"/>
                <a:sym typeface="Calibri"/>
              </a:defRPr>
            </a:lvl1pPr>
          </a:lstStyle>
          <a:p>
            <a:pPr/>
            <a:r>
              <a:t>&lt;NUM&gt;</a:t>
            </a:r>
          </a:p>
        </p:txBody>
      </p:sp>
      <p:sp>
        <p:nvSpPr>
          <p:cNvPr id="475" name="Slide Number"/>
          <p:cNvSpPr txBox="1"/>
          <p:nvPr>
            <p:ph type="sldNum" sz="quarter" idx="2"/>
          </p:nvPr>
        </p:nvSpPr>
        <p:spPr>
          <a:xfrm>
            <a:off x="14362295" y="9201556"/>
            <a:ext cx="127001" cy="127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GA">
    <p:spTree>
      <p:nvGrpSpPr>
        <p:cNvPr id="1" name=""/>
        <p:cNvGrpSpPr/>
        <p:nvPr/>
      </p:nvGrpSpPr>
      <p:grpSpPr>
        <a:xfrm>
          <a:off x="0" y="0"/>
          <a:ext cx="0" cy="0"/>
          <a:chOff x="0" y="0"/>
          <a:chExt cx="0" cy="0"/>
        </a:xfrm>
      </p:grpSpPr>
      <p:sp>
        <p:nvSpPr>
          <p:cNvPr id="482" name="TextBox 66"/>
          <p:cNvSpPr txBox="1"/>
          <p:nvPr/>
        </p:nvSpPr>
        <p:spPr>
          <a:xfrm>
            <a:off x="13525788" y="9201184"/>
            <a:ext cx="130066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483" name="TextBox 85"/>
          <p:cNvSpPr txBox="1"/>
          <p:nvPr/>
        </p:nvSpPr>
        <p:spPr>
          <a:xfrm>
            <a:off x="13969973" y="9321327"/>
            <a:ext cx="85647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&lt;A&gt;</a:t>
            </a:r>
          </a:p>
        </p:txBody>
      </p:sp>
      <p:sp>
        <p:nvSpPr>
          <p:cNvPr id="484"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485" name="Freeform 10"/>
          <p:cNvSpPr/>
          <p:nvPr/>
        </p:nvSpPr>
        <p:spPr>
          <a:xfrm flipH="1">
            <a:off x="12234861" y="209549"/>
            <a:ext cx="1" cy="10224003"/>
          </a:xfrm>
          <a:prstGeom prst="line">
            <a:avLst/>
          </a:prstGeom>
          <a:ln>
            <a:solidFill>
              <a:srgbClr val="BFBFBF"/>
            </a:solidFill>
          </a:ln>
        </p:spPr>
        <p:txBody>
          <a:bodyPr lIns="45718" tIns="45718" rIns="45718" bIns="45718"/>
          <a:lstStyle/>
          <a:p>
            <a:pPr/>
          </a:p>
        </p:txBody>
      </p:sp>
      <p:sp>
        <p:nvSpPr>
          <p:cNvPr id="486" name="Freeform 11"/>
          <p:cNvSpPr/>
          <p:nvPr/>
        </p:nvSpPr>
        <p:spPr>
          <a:xfrm>
            <a:off x="12230100" y="702182"/>
            <a:ext cx="2646002" cy="3"/>
          </a:xfrm>
          <a:prstGeom prst="line">
            <a:avLst/>
          </a:prstGeom>
          <a:ln>
            <a:solidFill>
              <a:srgbClr val="BFBFBF"/>
            </a:solidFill>
          </a:ln>
        </p:spPr>
        <p:txBody>
          <a:bodyPr lIns="45718" tIns="45718" rIns="45718" bIns="45718"/>
          <a:lstStyle/>
          <a:p>
            <a:pPr/>
          </a:p>
        </p:txBody>
      </p:sp>
      <p:sp>
        <p:nvSpPr>
          <p:cNvPr id="487"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488" name="Freeform 45"/>
          <p:cNvSpPr/>
          <p:nvPr/>
        </p:nvSpPr>
        <p:spPr>
          <a:xfrm>
            <a:off x="12230100" y="8848334"/>
            <a:ext cx="2646002" cy="2"/>
          </a:xfrm>
          <a:prstGeom prst="line">
            <a:avLst/>
          </a:prstGeom>
          <a:ln>
            <a:solidFill>
              <a:srgbClr val="BFBFBF"/>
            </a:solidFill>
          </a:ln>
        </p:spPr>
        <p:txBody>
          <a:bodyPr lIns="45718" tIns="45718" rIns="45718" bIns="45718"/>
          <a:lstStyle/>
          <a:p>
            <a:pPr/>
          </a:p>
        </p:txBody>
      </p:sp>
      <p:sp>
        <p:nvSpPr>
          <p:cNvPr id="489" name="Freeform 47"/>
          <p:cNvSpPr/>
          <p:nvPr/>
        </p:nvSpPr>
        <p:spPr>
          <a:xfrm>
            <a:off x="12237973" y="9307141"/>
            <a:ext cx="2631524" cy="2"/>
          </a:xfrm>
          <a:prstGeom prst="line">
            <a:avLst/>
          </a:prstGeom>
          <a:ln>
            <a:solidFill>
              <a:srgbClr val="BFBFBF"/>
            </a:solidFill>
          </a:ln>
        </p:spPr>
        <p:txBody>
          <a:bodyPr lIns="45718" tIns="45718" rIns="45718" bIns="45718"/>
          <a:lstStyle/>
          <a:p>
            <a:pPr/>
          </a:p>
        </p:txBody>
      </p:sp>
      <p:sp>
        <p:nvSpPr>
          <p:cNvPr id="490" name="Freeform 48"/>
          <p:cNvSpPr/>
          <p:nvPr/>
        </p:nvSpPr>
        <p:spPr>
          <a:xfrm>
            <a:off x="12229154" y="9417119"/>
            <a:ext cx="2646003" cy="2"/>
          </a:xfrm>
          <a:prstGeom prst="line">
            <a:avLst/>
          </a:prstGeom>
          <a:ln>
            <a:solidFill>
              <a:srgbClr val="BFBFBF"/>
            </a:solidFill>
          </a:ln>
        </p:spPr>
        <p:txBody>
          <a:bodyPr lIns="45718" tIns="45718" rIns="45718" bIns="45718"/>
          <a:lstStyle/>
          <a:p>
            <a:pPr/>
          </a:p>
        </p:txBody>
      </p:sp>
      <p:sp>
        <p:nvSpPr>
          <p:cNvPr id="491" name="Freeform 67"/>
          <p:cNvSpPr/>
          <p:nvPr/>
        </p:nvSpPr>
        <p:spPr>
          <a:xfrm>
            <a:off x="13545545" y="6950907"/>
            <a:ext cx="3" cy="890405"/>
          </a:xfrm>
          <a:prstGeom prst="line">
            <a:avLst/>
          </a:prstGeom>
          <a:ln>
            <a:solidFill>
              <a:srgbClr val="BFBFBF"/>
            </a:solidFill>
          </a:ln>
        </p:spPr>
        <p:txBody>
          <a:bodyPr lIns="45718" tIns="45718" rIns="45718" bIns="45718"/>
          <a:lstStyle/>
          <a:p>
            <a:pPr/>
          </a:p>
        </p:txBody>
      </p:sp>
      <p:sp>
        <p:nvSpPr>
          <p:cNvPr id="492" name="TextBox 75"/>
          <p:cNvSpPr txBox="1"/>
          <p:nvPr/>
        </p:nvSpPr>
        <p:spPr>
          <a:xfrm>
            <a:off x="12234160" y="9470638"/>
            <a:ext cx="259229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493" name="Freeform 76"/>
          <p:cNvSpPr/>
          <p:nvPr/>
        </p:nvSpPr>
        <p:spPr>
          <a:xfrm>
            <a:off x="12233492" y="9612058"/>
            <a:ext cx="2636006" cy="2"/>
          </a:xfrm>
          <a:prstGeom prst="line">
            <a:avLst/>
          </a:prstGeom>
          <a:ln w="3175">
            <a:solidFill>
              <a:srgbClr val="BFBFBF"/>
            </a:solidFill>
          </a:ln>
        </p:spPr>
        <p:txBody>
          <a:bodyPr lIns="45718" tIns="45718" rIns="45718" bIns="45718"/>
          <a:lstStyle/>
          <a:p>
            <a:pPr/>
          </a:p>
        </p:txBody>
      </p:sp>
      <p:sp>
        <p:nvSpPr>
          <p:cNvPr id="494" name="TextBox 77"/>
          <p:cNvSpPr txBox="1"/>
          <p:nvPr/>
        </p:nvSpPr>
        <p:spPr>
          <a:xfrm>
            <a:off x="12507654" y="9632305"/>
            <a:ext cx="51028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495" name="Freeform 79"/>
          <p:cNvSpPr/>
          <p:nvPr/>
        </p:nvSpPr>
        <p:spPr>
          <a:xfrm>
            <a:off x="12513692" y="9612117"/>
            <a:ext cx="3" cy="821437"/>
          </a:xfrm>
          <a:prstGeom prst="line">
            <a:avLst/>
          </a:prstGeom>
          <a:ln w="3175">
            <a:solidFill>
              <a:srgbClr val="BFBFBF"/>
            </a:solidFill>
          </a:ln>
        </p:spPr>
        <p:txBody>
          <a:bodyPr lIns="45718" tIns="45718" rIns="45718" bIns="45718"/>
          <a:lstStyle/>
          <a:p>
            <a:pPr/>
          </a:p>
        </p:txBody>
      </p:sp>
      <p:sp>
        <p:nvSpPr>
          <p:cNvPr id="496"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497" name="Freeform 82"/>
          <p:cNvSpPr/>
          <p:nvPr/>
        </p:nvSpPr>
        <p:spPr>
          <a:xfrm>
            <a:off x="12236067" y="9736835"/>
            <a:ext cx="2636006" cy="2"/>
          </a:xfrm>
          <a:prstGeom prst="line">
            <a:avLst/>
          </a:prstGeom>
          <a:ln w="3175">
            <a:solidFill>
              <a:srgbClr val="BFBFBF"/>
            </a:solidFill>
          </a:ln>
        </p:spPr>
        <p:txBody>
          <a:bodyPr lIns="45718" tIns="45718" rIns="45718" bIns="45718"/>
          <a:lstStyle/>
          <a:p>
            <a:pPr/>
          </a:p>
        </p:txBody>
      </p:sp>
      <p:sp>
        <p:nvSpPr>
          <p:cNvPr id="498" name="Freeform 83"/>
          <p:cNvSpPr/>
          <p:nvPr/>
        </p:nvSpPr>
        <p:spPr>
          <a:xfrm>
            <a:off x="13052420" y="9614213"/>
            <a:ext cx="3" cy="824700"/>
          </a:xfrm>
          <a:prstGeom prst="line">
            <a:avLst/>
          </a:prstGeom>
          <a:ln w="3175">
            <a:solidFill>
              <a:srgbClr val="BFBFBF"/>
            </a:solidFill>
          </a:ln>
        </p:spPr>
        <p:txBody>
          <a:bodyPr lIns="45718" tIns="45718" rIns="45718" bIns="45718"/>
          <a:lstStyle/>
          <a:p>
            <a:pPr/>
          </a:p>
        </p:txBody>
      </p:sp>
      <p:sp>
        <p:nvSpPr>
          <p:cNvPr id="499" name="TextBox 84"/>
          <p:cNvSpPr txBox="1"/>
          <p:nvPr/>
        </p:nvSpPr>
        <p:spPr>
          <a:xfrm>
            <a:off x="13058443" y="9631360"/>
            <a:ext cx="17816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500" name="Freeform 86"/>
          <p:cNvSpPr/>
          <p:nvPr/>
        </p:nvSpPr>
        <p:spPr>
          <a:xfrm>
            <a:off x="12237973" y="9877804"/>
            <a:ext cx="2636007" cy="2"/>
          </a:xfrm>
          <a:prstGeom prst="line">
            <a:avLst/>
          </a:prstGeom>
          <a:ln w="3175">
            <a:solidFill>
              <a:srgbClr val="BFBFBF"/>
            </a:solidFill>
          </a:ln>
        </p:spPr>
        <p:txBody>
          <a:bodyPr lIns="45718" tIns="45718" rIns="45718" bIns="45718"/>
          <a:lstStyle/>
          <a:p>
            <a:pPr/>
          </a:p>
        </p:txBody>
      </p:sp>
      <p:sp>
        <p:nvSpPr>
          <p:cNvPr id="501" name="Freeform 87"/>
          <p:cNvSpPr/>
          <p:nvPr/>
        </p:nvSpPr>
        <p:spPr>
          <a:xfrm>
            <a:off x="12236067" y="9878180"/>
            <a:ext cx="2636006" cy="3"/>
          </a:xfrm>
          <a:prstGeom prst="line">
            <a:avLst/>
          </a:prstGeom>
          <a:ln w="3175">
            <a:solidFill>
              <a:srgbClr val="BFBFBF"/>
            </a:solidFill>
          </a:ln>
        </p:spPr>
        <p:txBody>
          <a:bodyPr lIns="45718" tIns="45718" rIns="45718" bIns="45718"/>
          <a:lstStyle/>
          <a:p>
            <a:pPr/>
          </a:p>
        </p:txBody>
      </p:sp>
      <p:sp>
        <p:nvSpPr>
          <p:cNvPr id="502" name="Freeform 88"/>
          <p:cNvSpPr/>
          <p:nvPr/>
        </p:nvSpPr>
        <p:spPr>
          <a:xfrm>
            <a:off x="12237973" y="10019151"/>
            <a:ext cx="2636007" cy="2"/>
          </a:xfrm>
          <a:prstGeom prst="line">
            <a:avLst/>
          </a:prstGeom>
          <a:ln w="3175">
            <a:solidFill>
              <a:srgbClr val="BFBFBF"/>
            </a:solidFill>
          </a:ln>
        </p:spPr>
        <p:txBody>
          <a:bodyPr lIns="45718" tIns="45718" rIns="45718" bIns="45718"/>
          <a:lstStyle/>
          <a:p>
            <a:pPr/>
          </a:p>
        </p:txBody>
      </p:sp>
      <p:sp>
        <p:nvSpPr>
          <p:cNvPr id="503" name="Freeform 90"/>
          <p:cNvSpPr/>
          <p:nvPr/>
        </p:nvSpPr>
        <p:spPr>
          <a:xfrm>
            <a:off x="12237973" y="10159355"/>
            <a:ext cx="2636007" cy="4"/>
          </a:xfrm>
          <a:prstGeom prst="line">
            <a:avLst/>
          </a:prstGeom>
          <a:ln w="3175">
            <a:solidFill>
              <a:srgbClr val="BFBFBF"/>
            </a:solidFill>
          </a:ln>
        </p:spPr>
        <p:txBody>
          <a:bodyPr lIns="45718" tIns="45718" rIns="45718" bIns="45718"/>
          <a:lstStyle/>
          <a:p>
            <a:pPr/>
          </a:p>
        </p:txBody>
      </p:sp>
      <p:sp>
        <p:nvSpPr>
          <p:cNvPr id="504" name="Straight Connector 2"/>
          <p:cNvSpPr/>
          <p:nvPr/>
        </p:nvSpPr>
        <p:spPr>
          <a:xfrm>
            <a:off x="12237973" y="6947426"/>
            <a:ext cx="2636006" cy="2"/>
          </a:xfrm>
          <a:prstGeom prst="line">
            <a:avLst/>
          </a:prstGeom>
          <a:ln>
            <a:solidFill>
              <a:srgbClr val="BFBFBF"/>
            </a:solidFill>
          </a:ln>
        </p:spPr>
        <p:txBody>
          <a:bodyPr lIns="45718" tIns="45718" rIns="45718" bIns="45718"/>
          <a:lstStyle/>
          <a:p>
            <a:pPr/>
          </a:p>
        </p:txBody>
      </p:sp>
      <p:sp>
        <p:nvSpPr>
          <p:cNvPr id="505" name="Straight Connector 71"/>
          <p:cNvSpPr/>
          <p:nvPr/>
        </p:nvSpPr>
        <p:spPr>
          <a:xfrm>
            <a:off x="12237973" y="6659394"/>
            <a:ext cx="2636006" cy="2"/>
          </a:xfrm>
          <a:prstGeom prst="line">
            <a:avLst/>
          </a:prstGeom>
          <a:ln>
            <a:solidFill>
              <a:srgbClr val="BFBFBF"/>
            </a:solidFill>
          </a:ln>
        </p:spPr>
        <p:txBody>
          <a:bodyPr lIns="45718" tIns="45718" rIns="45718" bIns="45718"/>
          <a:lstStyle/>
          <a:p>
            <a:pPr/>
          </a:p>
        </p:txBody>
      </p:sp>
      <p:sp>
        <p:nvSpPr>
          <p:cNvPr id="506" name="Freeform 90"/>
          <p:cNvSpPr/>
          <p:nvPr/>
        </p:nvSpPr>
        <p:spPr>
          <a:xfrm>
            <a:off x="12237973" y="10298666"/>
            <a:ext cx="2636007" cy="2"/>
          </a:xfrm>
          <a:prstGeom prst="line">
            <a:avLst/>
          </a:prstGeom>
          <a:ln w="3175">
            <a:solidFill>
              <a:srgbClr val="BFBFBF"/>
            </a:solidFill>
          </a:ln>
        </p:spPr>
        <p:txBody>
          <a:bodyPr lIns="45718" tIns="45718" rIns="45718" bIns="45718"/>
          <a:lstStyle/>
          <a:p>
            <a:pPr/>
          </a:p>
        </p:txBody>
      </p:sp>
      <p:sp>
        <p:nvSpPr>
          <p:cNvPr id="507" name="TextBox 98"/>
          <p:cNvSpPr txBox="1"/>
          <p:nvPr/>
        </p:nvSpPr>
        <p:spPr>
          <a:xfrm>
            <a:off x="13070458" y="9889172"/>
            <a:ext cx="17630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508" name="TextBox 74"/>
          <p:cNvSpPr txBox="1"/>
          <p:nvPr/>
        </p:nvSpPr>
        <p:spPr>
          <a:xfrm>
            <a:off x="12243182" y="9193193"/>
            <a:ext cx="126635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509"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&lt;C&gt;</a:t>
            </a:r>
          </a:p>
        </p:txBody>
      </p:sp>
      <p:sp>
        <p:nvSpPr>
          <p:cNvPr id="510" name="TextBox 96"/>
          <p:cNvSpPr txBox="1"/>
          <p:nvPr/>
        </p:nvSpPr>
        <p:spPr>
          <a:xfrm>
            <a:off x="12228576" y="9321327"/>
            <a:ext cx="8335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&lt;D&gt;</a:t>
            </a:r>
          </a:p>
        </p:txBody>
      </p:sp>
      <p:sp>
        <p:nvSpPr>
          <p:cNvPr id="511" name="Freeform 21"/>
          <p:cNvSpPr/>
          <p:nvPr/>
        </p:nvSpPr>
        <p:spPr>
          <a:xfrm>
            <a:off x="13100004" y="9307141"/>
            <a:ext cx="3" cy="108002"/>
          </a:xfrm>
          <a:prstGeom prst="line">
            <a:avLst/>
          </a:prstGeom>
          <a:ln>
            <a:solidFill>
              <a:srgbClr val="BFBFBF"/>
            </a:solidFill>
          </a:ln>
        </p:spPr>
        <p:txBody>
          <a:bodyPr lIns="45718" tIns="45718" rIns="45718" bIns="45718"/>
          <a:lstStyle/>
          <a:p>
            <a:pPr/>
          </a:p>
        </p:txBody>
      </p:sp>
      <p:sp>
        <p:nvSpPr>
          <p:cNvPr id="512" name="Freeform 47"/>
          <p:cNvSpPr/>
          <p:nvPr/>
        </p:nvSpPr>
        <p:spPr>
          <a:xfrm>
            <a:off x="12226542" y="9184596"/>
            <a:ext cx="2646003" cy="2"/>
          </a:xfrm>
          <a:prstGeom prst="line">
            <a:avLst/>
          </a:prstGeom>
          <a:ln>
            <a:solidFill>
              <a:srgbClr val="BFBFBF"/>
            </a:solidFill>
          </a:ln>
        </p:spPr>
        <p:txBody>
          <a:bodyPr lIns="45718" tIns="45718" rIns="45718" bIns="45718"/>
          <a:lstStyle/>
          <a:p>
            <a:pPr/>
          </a:p>
        </p:txBody>
      </p:sp>
      <p:sp>
        <p:nvSpPr>
          <p:cNvPr id="513" name="TextBox 109"/>
          <p:cNvSpPr txBox="1"/>
          <p:nvPr/>
        </p:nvSpPr>
        <p:spPr>
          <a:xfrm>
            <a:off x="12253914" y="8867116"/>
            <a:ext cx="95997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514"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515" name="TextBox 111"/>
          <p:cNvSpPr txBox="1"/>
          <p:nvPr/>
        </p:nvSpPr>
        <p:spPr>
          <a:xfrm>
            <a:off x="13056406" y="9758240"/>
            <a:ext cx="17770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516" name="TextBox 113"/>
          <p:cNvSpPr txBox="1"/>
          <p:nvPr/>
        </p:nvSpPr>
        <p:spPr>
          <a:xfrm>
            <a:off x="12247271" y="9758240"/>
            <a:ext cx="2243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517"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&lt;P01&gt;</a:t>
            </a:r>
          </a:p>
        </p:txBody>
      </p:sp>
      <p:sp>
        <p:nvSpPr>
          <p:cNvPr id="518" name="Straight Connector 115"/>
          <p:cNvSpPr/>
          <p:nvPr/>
        </p:nvSpPr>
        <p:spPr>
          <a:xfrm>
            <a:off x="12237973" y="8270047"/>
            <a:ext cx="2636006" cy="2"/>
          </a:xfrm>
          <a:prstGeom prst="line">
            <a:avLst/>
          </a:prstGeom>
          <a:ln>
            <a:solidFill>
              <a:srgbClr val="BFBFBF"/>
            </a:solidFill>
          </a:ln>
        </p:spPr>
        <p:txBody>
          <a:bodyPr lIns="45718" tIns="45718" rIns="45718" bIns="45718"/>
          <a:lstStyle/>
          <a:p>
            <a:pPr/>
          </a:p>
        </p:txBody>
      </p:sp>
      <p:sp>
        <p:nvSpPr>
          <p:cNvPr id="519" name="Freeform 67"/>
          <p:cNvSpPr/>
          <p:nvPr/>
        </p:nvSpPr>
        <p:spPr>
          <a:xfrm>
            <a:off x="13962832" y="9310516"/>
            <a:ext cx="3" cy="108131"/>
          </a:xfrm>
          <a:prstGeom prst="line">
            <a:avLst/>
          </a:prstGeom>
          <a:ln>
            <a:solidFill>
              <a:srgbClr val="BFBFBF"/>
            </a:solidFill>
          </a:ln>
        </p:spPr>
        <p:txBody>
          <a:bodyPr lIns="45718" tIns="45718" rIns="45718" bIns="45718"/>
          <a:lstStyle/>
          <a:p>
            <a:pPr/>
          </a:p>
        </p:txBody>
      </p:sp>
      <p:sp>
        <p:nvSpPr>
          <p:cNvPr id="520" name="TextBox 117"/>
          <p:cNvSpPr txBox="1"/>
          <p:nvPr/>
        </p:nvSpPr>
        <p:spPr>
          <a:xfrm>
            <a:off x="13549306" y="7032755"/>
            <a:ext cx="1284188"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521" name="Rectangle 118"/>
          <p:cNvSpPr txBox="1"/>
          <p:nvPr/>
        </p:nvSpPr>
        <p:spPr>
          <a:xfrm>
            <a:off x="12292583" y="374373"/>
            <a:ext cx="2524151" cy="2438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522"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523" name="Freeform 47"/>
          <p:cNvSpPr/>
          <p:nvPr/>
        </p:nvSpPr>
        <p:spPr>
          <a:xfrm flipV="1">
            <a:off x="13531175" y="9183037"/>
            <a:ext cx="3" cy="124739"/>
          </a:xfrm>
          <a:prstGeom prst="line">
            <a:avLst/>
          </a:prstGeom>
          <a:ln>
            <a:solidFill>
              <a:srgbClr val="BFBFBF"/>
            </a:solidFill>
          </a:ln>
        </p:spPr>
        <p:txBody>
          <a:bodyPr lIns="45718" tIns="45718" rIns="45718" bIns="45718"/>
          <a:lstStyle/>
          <a:p>
            <a:pPr/>
          </a:p>
        </p:txBody>
      </p:sp>
      <p:sp>
        <p:nvSpPr>
          <p:cNvPr id="524"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525" name="Straight Connector 53"/>
          <p:cNvSpPr/>
          <p:nvPr/>
        </p:nvSpPr>
        <p:spPr>
          <a:xfrm>
            <a:off x="12237973" y="7837999"/>
            <a:ext cx="2636006" cy="4"/>
          </a:xfrm>
          <a:prstGeom prst="line">
            <a:avLst/>
          </a:prstGeom>
          <a:ln>
            <a:solidFill>
              <a:srgbClr val="BFBFBF"/>
            </a:solidFill>
          </a:ln>
        </p:spPr>
        <p:txBody>
          <a:bodyPr lIns="45718" tIns="45718" rIns="45718" bIns="45718"/>
          <a:lstStyle/>
          <a:p>
            <a:pPr/>
          </a:p>
        </p:txBody>
      </p:sp>
      <p:sp>
        <p:nvSpPr>
          <p:cNvPr id="526" name="TextBox 5"/>
          <p:cNvSpPr txBox="1"/>
          <p:nvPr/>
        </p:nvSpPr>
        <p:spPr>
          <a:xfrm>
            <a:off x="63498" y="10507980"/>
            <a:ext cx="7731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527" name="Freeform: Shape 6"/>
          <p:cNvSpPr/>
          <p:nvPr/>
        </p:nvSpPr>
        <p:spPr>
          <a:xfrm>
            <a:off x="12537433" y="7031193"/>
            <a:ext cx="705488" cy="6648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n-lt"/>
                <a:ea typeface="+mn-ea"/>
                <a:cs typeface="+mn-cs"/>
                <a:sym typeface="Calibri"/>
              </a:defRPr>
            </a:pPr>
          </a:p>
        </p:txBody>
      </p:sp>
      <p:sp>
        <p:nvSpPr>
          <p:cNvPr id="528" name="TextBox 4"/>
          <p:cNvSpPr txBox="1"/>
          <p:nvPr/>
        </p:nvSpPr>
        <p:spPr>
          <a:xfrm>
            <a:off x="12233457" y="8514819"/>
            <a:ext cx="26009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&lt;&lt;ADDRESS&gt;&gt;</a:t>
            </a:r>
          </a:p>
        </p:txBody>
      </p:sp>
      <p:sp>
        <p:nvSpPr>
          <p:cNvPr id="529" name="TextBox 8"/>
          <p:cNvSpPr txBox="1"/>
          <p:nvPr/>
        </p:nvSpPr>
        <p:spPr>
          <a:xfrm>
            <a:off x="12239090" y="7990071"/>
            <a:ext cx="26009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&lt;&lt;STATION_NAME&gt;&gt;</a:t>
            </a:r>
          </a:p>
        </p:txBody>
      </p:sp>
      <p:sp>
        <p:nvSpPr>
          <p:cNvPr id="530" name="TextBox 9"/>
          <p:cNvSpPr txBox="1"/>
          <p:nvPr/>
        </p:nvSpPr>
        <p:spPr>
          <a:xfrm>
            <a:off x="13056406" y="9904169"/>
            <a:ext cx="17770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531" name="TextBox 12"/>
          <p:cNvSpPr txBox="1"/>
          <p:nvPr/>
        </p:nvSpPr>
        <p:spPr>
          <a:xfrm>
            <a:off x="12247271" y="9904169"/>
            <a:ext cx="2243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532"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&lt;P02&gt;</a:t>
            </a:r>
          </a:p>
        </p:txBody>
      </p:sp>
      <p:sp>
        <p:nvSpPr>
          <p:cNvPr id="533" name="Freeform 62"/>
          <p:cNvSpPr/>
          <p:nvPr/>
        </p:nvSpPr>
        <p:spPr>
          <a:xfrm>
            <a:off x="12230100" y="702182"/>
            <a:ext cx="2646002" cy="3"/>
          </a:xfrm>
          <a:prstGeom prst="line">
            <a:avLst/>
          </a:prstGeom>
          <a:ln>
            <a:solidFill>
              <a:srgbClr val="000000"/>
            </a:solidFill>
          </a:ln>
        </p:spPr>
        <p:txBody>
          <a:bodyPr lIns="45718" tIns="45718" rIns="45718" bIns="45718"/>
          <a:lstStyle/>
          <a:p>
            <a:pPr/>
          </a:p>
        </p:txBody>
      </p:sp>
      <p:sp>
        <p:nvSpPr>
          <p:cNvPr id="534" name="TextBox 3"/>
          <p:cNvSpPr txBox="1"/>
          <p:nvPr/>
        </p:nvSpPr>
        <p:spPr>
          <a:xfrm>
            <a:off x="12339755" y="6688781"/>
            <a:ext cx="2522704"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sp>
        <p:nvSpPr>
          <p:cNvPr id="535" name="Freeform 62"/>
          <p:cNvSpPr/>
          <p:nvPr/>
        </p:nvSpPr>
        <p:spPr>
          <a:xfrm>
            <a:off x="12230100" y="702182"/>
            <a:ext cx="2646002" cy="3"/>
          </a:xfrm>
          <a:prstGeom prst="line">
            <a:avLst/>
          </a:prstGeom>
          <a:ln>
            <a:solidFill>
              <a:srgbClr val="000000"/>
            </a:solidFill>
          </a:ln>
        </p:spPr>
        <p:txBody>
          <a:bodyPr lIns="45718" tIns="45718" rIns="45718" bIns="45718"/>
          <a:lstStyle/>
          <a:p>
            <a:pPr/>
          </a:p>
        </p:txBody>
      </p:sp>
      <p:sp>
        <p:nvSpPr>
          <p:cNvPr id="536" name="Rectangle 10"/>
          <p:cNvSpPr txBox="1"/>
          <p:nvPr/>
        </p:nvSpPr>
        <p:spPr>
          <a:xfrm>
            <a:off x="12277790" y="832005"/>
            <a:ext cx="535695" cy="20241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grpSp>
        <p:nvGrpSpPr>
          <p:cNvPr id="556" name="Group 22"/>
          <p:cNvGrpSpPr/>
          <p:nvPr/>
        </p:nvGrpSpPr>
        <p:grpSpPr>
          <a:xfrm>
            <a:off x="12237970" y="1163439"/>
            <a:ext cx="2636010" cy="3987754"/>
            <a:chOff x="-1" y="-1"/>
            <a:chExt cx="2636009" cy="3987753"/>
          </a:xfrm>
        </p:grpSpPr>
        <p:pic>
          <p:nvPicPr>
            <p:cNvPr id="537" name="Picture 28" descr="Picture 28"/>
            <p:cNvPicPr>
              <a:picLocks noChangeAspect="1"/>
            </p:cNvPicPr>
            <p:nvPr/>
          </p:nvPicPr>
          <p:blipFill>
            <a:blip r:embed="rId2">
              <a:extLst/>
            </a:blip>
            <a:stretch>
              <a:fillRect/>
            </a:stretch>
          </p:blipFill>
          <p:spPr>
            <a:xfrm>
              <a:off x="134277" y="2585711"/>
              <a:ext cx="451094" cy="386652"/>
            </a:xfrm>
            <a:prstGeom prst="rect">
              <a:avLst/>
            </a:prstGeom>
            <a:ln w="12700" cap="flat">
              <a:noFill/>
              <a:miter lim="400000"/>
            </a:ln>
            <a:effectLst/>
          </p:spPr>
        </p:pic>
        <p:sp>
          <p:nvSpPr>
            <p:cNvPr id="538" name="Straight Connector 30"/>
            <p:cNvSpPr/>
            <p:nvPr/>
          </p:nvSpPr>
          <p:spPr>
            <a:xfrm>
              <a:off x="141995" y="165169"/>
              <a:ext cx="435659" cy="4"/>
            </a:xfrm>
            <a:prstGeom prst="line">
              <a:avLst/>
            </a:prstGeom>
            <a:noFill/>
            <a:ln w="57150" cap="flat">
              <a:solidFill>
                <a:srgbClr val="0000FF"/>
              </a:solidFill>
              <a:prstDash val="solid"/>
              <a:round/>
            </a:ln>
            <a:effectLst/>
          </p:spPr>
          <p:txBody>
            <a:bodyPr wrap="square" lIns="45718" tIns="45718" rIns="45718" bIns="45718" numCol="1" anchor="t">
              <a:noAutofit/>
            </a:bodyPr>
            <a:lstStyle/>
            <a:p>
              <a:pPr/>
            </a:p>
          </p:txBody>
        </p:sp>
        <p:sp>
          <p:nvSpPr>
            <p:cNvPr id="539" name="Straight Connector 31"/>
            <p:cNvSpPr/>
            <p:nvPr/>
          </p:nvSpPr>
          <p:spPr>
            <a:xfrm>
              <a:off x="141995" y="871196"/>
              <a:ext cx="435659" cy="3"/>
            </a:xfrm>
            <a:prstGeom prst="line">
              <a:avLst/>
            </a:prstGeom>
            <a:noFill/>
            <a:ln w="28575" cap="flat">
              <a:solidFill>
                <a:srgbClr val="FFFF00"/>
              </a:solidFill>
              <a:prstDash val="solid"/>
              <a:round/>
            </a:ln>
            <a:effectLst/>
          </p:spPr>
          <p:txBody>
            <a:bodyPr wrap="square" lIns="45718" tIns="45718" rIns="45718" bIns="45718" numCol="1" anchor="t">
              <a:noAutofit/>
            </a:bodyPr>
            <a:lstStyle/>
            <a:p>
              <a:pPr/>
            </a:p>
          </p:txBody>
        </p:sp>
        <p:sp>
          <p:nvSpPr>
            <p:cNvPr id="540" name="TextBox 32"/>
            <p:cNvSpPr txBox="1"/>
            <p:nvPr/>
          </p:nvSpPr>
          <p:spPr>
            <a:xfrm>
              <a:off x="1213757" y="1623678"/>
              <a:ext cx="747521"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LRN</a:t>
              </a:r>
            </a:p>
          </p:txBody>
        </p:sp>
        <p:sp>
          <p:nvSpPr>
            <p:cNvPr id="541" name="TextBox 33"/>
            <p:cNvSpPr txBox="1"/>
            <p:nvPr/>
          </p:nvSpPr>
          <p:spPr>
            <a:xfrm>
              <a:off x="1213757" y="1154851"/>
              <a:ext cx="776320"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HCU</a:t>
              </a:r>
            </a:p>
          </p:txBody>
        </p:sp>
        <p:sp>
          <p:nvSpPr>
            <p:cNvPr id="542" name="TextBox 34"/>
            <p:cNvSpPr txBox="1"/>
            <p:nvPr/>
          </p:nvSpPr>
          <p:spPr>
            <a:xfrm>
              <a:off x="1213757" y="747654"/>
              <a:ext cx="795742"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Fibre Cable</a:t>
              </a:r>
            </a:p>
          </p:txBody>
        </p:sp>
        <p:sp>
          <p:nvSpPr>
            <p:cNvPr id="543" name="TextBox 35"/>
            <p:cNvSpPr txBox="1"/>
            <p:nvPr/>
          </p:nvSpPr>
          <p:spPr>
            <a:xfrm>
              <a:off x="1213757" y="-2"/>
              <a:ext cx="865765"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CAT6a Cable</a:t>
              </a:r>
            </a:p>
          </p:txBody>
        </p:sp>
        <p:pic>
          <p:nvPicPr>
            <p:cNvPr id="544" name="Picture 36" descr="Picture 36"/>
            <p:cNvPicPr>
              <a:picLocks noChangeAspect="1"/>
            </p:cNvPicPr>
            <p:nvPr/>
          </p:nvPicPr>
          <p:blipFill>
            <a:blip r:embed="rId3">
              <a:extLst/>
            </a:blip>
            <a:stretch>
              <a:fillRect/>
            </a:stretch>
          </p:blipFill>
          <p:spPr>
            <a:xfrm>
              <a:off x="145603" y="1548205"/>
              <a:ext cx="432052" cy="440349"/>
            </a:xfrm>
            <a:prstGeom prst="rect">
              <a:avLst/>
            </a:prstGeom>
            <a:ln w="12700" cap="flat">
              <a:noFill/>
              <a:miter lim="400000"/>
            </a:ln>
            <a:effectLst/>
          </p:spPr>
        </p:pic>
        <p:pic>
          <p:nvPicPr>
            <p:cNvPr id="545" name="Picture 37" descr="Picture 37"/>
            <p:cNvPicPr>
              <a:picLocks noChangeAspect="1"/>
            </p:cNvPicPr>
            <p:nvPr/>
          </p:nvPicPr>
          <p:blipFill>
            <a:blip r:embed="rId4">
              <a:extLst/>
            </a:blip>
            <a:stretch>
              <a:fillRect/>
            </a:stretch>
          </p:blipFill>
          <p:spPr>
            <a:xfrm>
              <a:off x="127769" y="1030034"/>
              <a:ext cx="438214" cy="441246"/>
            </a:xfrm>
            <a:prstGeom prst="rect">
              <a:avLst/>
            </a:prstGeom>
            <a:ln w="12700" cap="flat">
              <a:noFill/>
              <a:miter lim="400000"/>
            </a:ln>
            <a:effectLst/>
          </p:spPr>
        </p:pic>
        <p:pic>
          <p:nvPicPr>
            <p:cNvPr id="546" name="Picture 38" descr="Picture 38"/>
            <p:cNvPicPr>
              <a:picLocks noChangeAspect="1"/>
            </p:cNvPicPr>
            <p:nvPr/>
          </p:nvPicPr>
          <p:blipFill>
            <a:blip r:embed="rId5">
              <a:extLst/>
            </a:blip>
            <a:stretch>
              <a:fillRect/>
            </a:stretch>
          </p:blipFill>
          <p:spPr>
            <a:xfrm>
              <a:off x="162724" y="2048661"/>
              <a:ext cx="432051" cy="432052"/>
            </a:xfrm>
            <a:prstGeom prst="rect">
              <a:avLst/>
            </a:prstGeom>
            <a:ln w="12700" cap="flat">
              <a:noFill/>
              <a:miter lim="400000"/>
            </a:ln>
            <a:effectLst/>
          </p:spPr>
        </p:pic>
        <p:sp>
          <p:nvSpPr>
            <p:cNvPr id="547" name="TextBox 39"/>
            <p:cNvSpPr txBox="1"/>
            <p:nvPr/>
          </p:nvSpPr>
          <p:spPr>
            <a:xfrm>
              <a:off x="1213757" y="2140737"/>
              <a:ext cx="629352"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Antenna</a:t>
              </a:r>
            </a:p>
          </p:txBody>
        </p:sp>
        <p:sp>
          <p:nvSpPr>
            <p:cNvPr id="548" name="TextBox 40"/>
            <p:cNvSpPr txBox="1"/>
            <p:nvPr/>
          </p:nvSpPr>
          <p:spPr>
            <a:xfrm>
              <a:off x="1213757" y="2655086"/>
              <a:ext cx="1096002"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Splitter/Coupler</a:t>
              </a:r>
            </a:p>
          </p:txBody>
        </p:sp>
        <p:sp>
          <p:nvSpPr>
            <p:cNvPr id="549" name="Straight Connector 41"/>
            <p:cNvSpPr/>
            <p:nvPr/>
          </p:nvSpPr>
          <p:spPr>
            <a:xfrm>
              <a:off x="141922" y="524656"/>
              <a:ext cx="435659" cy="3"/>
            </a:xfrm>
            <a:prstGeom prst="line">
              <a:avLst/>
            </a:prstGeom>
            <a:noFill/>
            <a:ln w="57150" cap="flat">
              <a:solidFill>
                <a:srgbClr val="7030A0"/>
              </a:solidFill>
              <a:prstDash val="solid"/>
              <a:round/>
            </a:ln>
            <a:effectLst/>
          </p:spPr>
          <p:txBody>
            <a:bodyPr wrap="square" lIns="45718" tIns="45718" rIns="45718" bIns="45718" numCol="1" anchor="t">
              <a:noAutofit/>
            </a:bodyPr>
            <a:lstStyle/>
            <a:p>
              <a:pPr/>
            </a:p>
          </p:txBody>
        </p:sp>
        <p:sp>
          <p:nvSpPr>
            <p:cNvPr id="550" name="TextBox 42"/>
            <p:cNvSpPr txBox="1"/>
            <p:nvPr/>
          </p:nvSpPr>
          <p:spPr>
            <a:xfrm>
              <a:off x="1217296" y="359486"/>
              <a:ext cx="1237464" cy="248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1/2” Coaxial Cable</a:t>
              </a:r>
            </a:p>
          </p:txBody>
        </p:sp>
        <p:sp>
          <p:nvSpPr>
            <p:cNvPr id="551" name="Straight Connector 43"/>
            <p:cNvSpPr/>
            <p:nvPr/>
          </p:nvSpPr>
          <p:spPr>
            <a:xfrm>
              <a:off x="-2" y="3987750"/>
              <a:ext cx="2636010" cy="3"/>
            </a:xfrm>
            <a:prstGeom prst="line">
              <a:avLst/>
            </a:prstGeom>
            <a:noFill/>
            <a:ln w="9525" cap="flat">
              <a:solidFill>
                <a:srgbClr val="BFBFBF"/>
              </a:solidFill>
              <a:prstDash val="solid"/>
              <a:round/>
            </a:ln>
            <a:effectLst/>
          </p:spPr>
          <p:txBody>
            <a:bodyPr wrap="square" lIns="45718" tIns="45718" rIns="45718" bIns="45718" numCol="1" anchor="t">
              <a:noAutofit/>
            </a:bodyPr>
            <a:lstStyle/>
            <a:p>
              <a:pPr/>
            </a:p>
          </p:txBody>
        </p:sp>
        <p:pic>
          <p:nvPicPr>
            <p:cNvPr id="552" name="Picture 44" descr="Picture 44"/>
            <p:cNvPicPr>
              <a:picLocks noChangeAspect="1"/>
            </p:cNvPicPr>
            <p:nvPr/>
          </p:nvPicPr>
          <p:blipFill>
            <a:blip r:embed="rId6">
              <a:extLst/>
            </a:blip>
            <a:stretch>
              <a:fillRect/>
            </a:stretch>
          </p:blipFill>
          <p:spPr>
            <a:xfrm>
              <a:off x="187837" y="3681624"/>
              <a:ext cx="360003" cy="172503"/>
            </a:xfrm>
            <a:prstGeom prst="rect">
              <a:avLst/>
            </a:prstGeom>
            <a:ln w="12700" cap="flat">
              <a:noFill/>
              <a:miter lim="400000"/>
            </a:ln>
            <a:effectLst/>
          </p:spPr>
        </p:pic>
        <p:sp>
          <p:nvSpPr>
            <p:cNvPr id="553" name="TextBox 45"/>
            <p:cNvSpPr txBox="1"/>
            <p:nvPr/>
          </p:nvSpPr>
          <p:spPr>
            <a:xfrm>
              <a:off x="1213757" y="3638743"/>
              <a:ext cx="298581" cy="248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Via</a:t>
              </a:r>
            </a:p>
          </p:txBody>
        </p:sp>
        <p:pic>
          <p:nvPicPr>
            <p:cNvPr id="554" name="Picture 46" descr="Picture 46"/>
            <p:cNvPicPr>
              <a:picLocks noChangeAspect="1"/>
            </p:cNvPicPr>
            <p:nvPr/>
          </p:nvPicPr>
          <p:blipFill>
            <a:blip r:embed="rId7">
              <a:extLst/>
            </a:blip>
            <a:stretch>
              <a:fillRect/>
            </a:stretch>
          </p:blipFill>
          <p:spPr>
            <a:xfrm>
              <a:off x="150971" y="3149744"/>
              <a:ext cx="414906" cy="384793"/>
            </a:xfrm>
            <a:prstGeom prst="rect">
              <a:avLst/>
            </a:prstGeom>
            <a:ln w="12700" cap="flat">
              <a:noFill/>
              <a:miter lim="400000"/>
            </a:ln>
            <a:effectLst/>
          </p:spPr>
        </p:pic>
        <p:sp>
          <p:nvSpPr>
            <p:cNvPr id="555" name="TextBox 47"/>
            <p:cNvSpPr txBox="1"/>
            <p:nvPr/>
          </p:nvSpPr>
          <p:spPr>
            <a:xfrm>
              <a:off x="1204995" y="3182917"/>
              <a:ext cx="410426"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Riser</a:t>
              </a:r>
            </a:p>
          </p:txBody>
        </p:sp>
      </p:grpSp>
      <p:sp>
        <p:nvSpPr>
          <p:cNvPr id="557" name="&lt;NUM&gt;"/>
          <p:cNvSpPr txBox="1"/>
          <p:nvPr/>
        </p:nvSpPr>
        <p:spPr>
          <a:xfrm>
            <a:off x="14295212" y="9157296"/>
            <a:ext cx="343267" cy="17621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600">
                <a:latin typeface="+mn-lt"/>
                <a:ea typeface="+mn-ea"/>
                <a:cs typeface="+mn-cs"/>
                <a:sym typeface="Calibri"/>
              </a:defRPr>
            </a:lvl1pPr>
          </a:lstStyle>
          <a:p>
            <a:pPr/>
            <a:r>
              <a:t>&lt;NUM&gt;</a:t>
            </a:r>
          </a:p>
        </p:txBody>
      </p:sp>
      <p:sp>
        <p:nvSpPr>
          <p:cNvPr id="558" name="Slide Number"/>
          <p:cNvSpPr txBox="1"/>
          <p:nvPr>
            <p:ph type="sldNum" sz="quarter" idx="2"/>
          </p:nvPr>
        </p:nvSpPr>
        <p:spPr>
          <a:xfrm>
            <a:off x="14539765" y="9180141"/>
            <a:ext cx="127001" cy="127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slideLayout" Target="../slideLayouts/slideLayout1.xml"/><Relationship Id="rId9" Type="http://schemas.openxmlformats.org/officeDocument/2006/relationships/slideLayout" Target="../slideLayouts/slideLayout2.xml"/><Relationship Id="rId10" Type="http://schemas.openxmlformats.org/officeDocument/2006/relationships/slideLayout" Target="../slideLayouts/slideLayout3.xml"/><Relationship Id="rId11" Type="http://schemas.openxmlformats.org/officeDocument/2006/relationships/slideLayout" Target="../slideLayouts/slideLayout4.xml"/><Relationship Id="rId12" Type="http://schemas.openxmlformats.org/officeDocument/2006/relationships/slideLayout" Target="../slideLayouts/slideLayout5.xml"/><Relationship Id="rId13" Type="http://schemas.openxmlformats.org/officeDocument/2006/relationships/slideLayout" Target="../slideLayouts/slideLayout6.xml"/><Relationship Id="rId14" Type="http://schemas.openxmlformats.org/officeDocument/2006/relationships/slideLayout" Target="../slideLayouts/slideLayout7.xml"/><Relationship Id="rId15" Type="http://schemas.openxmlformats.org/officeDocument/2006/relationships/slideLayout" Target="../slideLayouts/slideLayout8.xml"/><Relationship Id="rId16"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extBox 66"/>
          <p:cNvSpPr txBox="1"/>
          <p:nvPr/>
        </p:nvSpPr>
        <p:spPr>
          <a:xfrm>
            <a:off x="13525788" y="9201184"/>
            <a:ext cx="130066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3" name="TextBox 85"/>
          <p:cNvSpPr txBox="1"/>
          <p:nvPr/>
        </p:nvSpPr>
        <p:spPr>
          <a:xfrm>
            <a:off x="13969973" y="9321327"/>
            <a:ext cx="8564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&lt;A&gt;</a:t>
            </a:r>
          </a:p>
        </p:txBody>
      </p:sp>
      <p:sp>
        <p:nvSpPr>
          <p:cNvPr id="4"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5" name="Freeform 10"/>
          <p:cNvSpPr/>
          <p:nvPr/>
        </p:nvSpPr>
        <p:spPr>
          <a:xfrm flipH="1">
            <a:off x="12234861" y="209550"/>
            <a:ext cx="1" cy="10224002"/>
          </a:xfrm>
          <a:prstGeom prst="line">
            <a:avLst/>
          </a:prstGeom>
          <a:ln>
            <a:solidFill>
              <a:srgbClr val="BFBFBF"/>
            </a:solidFill>
          </a:ln>
        </p:spPr>
        <p:txBody>
          <a:bodyPr lIns="45718" tIns="45718" rIns="45718" bIns="45718"/>
          <a:lstStyle/>
          <a:p>
            <a:pPr/>
          </a:p>
        </p:txBody>
      </p:sp>
      <p:sp>
        <p:nvSpPr>
          <p:cNvPr id="6" name="Freeform 11"/>
          <p:cNvSpPr/>
          <p:nvPr/>
        </p:nvSpPr>
        <p:spPr>
          <a:xfrm>
            <a:off x="12230100" y="702182"/>
            <a:ext cx="2646001" cy="3"/>
          </a:xfrm>
          <a:prstGeom prst="line">
            <a:avLst/>
          </a:prstGeom>
          <a:ln>
            <a:solidFill>
              <a:srgbClr val="BFBFBF"/>
            </a:solidFill>
          </a:ln>
        </p:spPr>
        <p:txBody>
          <a:bodyPr lIns="45718" tIns="45718" rIns="45718" bIns="45718"/>
          <a:lstStyle/>
          <a:p>
            <a:pPr/>
          </a:p>
        </p:txBody>
      </p:sp>
      <p:sp>
        <p:nvSpPr>
          <p:cNvPr id="7"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8" name="Freeform 45"/>
          <p:cNvSpPr/>
          <p:nvPr/>
        </p:nvSpPr>
        <p:spPr>
          <a:xfrm>
            <a:off x="12230100" y="8848334"/>
            <a:ext cx="2646001" cy="2"/>
          </a:xfrm>
          <a:prstGeom prst="line">
            <a:avLst/>
          </a:prstGeom>
          <a:ln>
            <a:solidFill>
              <a:srgbClr val="BFBFBF"/>
            </a:solidFill>
          </a:ln>
        </p:spPr>
        <p:txBody>
          <a:bodyPr lIns="45718" tIns="45718" rIns="45718" bIns="45718"/>
          <a:lstStyle/>
          <a:p>
            <a:pPr/>
          </a:p>
        </p:txBody>
      </p:sp>
      <p:sp>
        <p:nvSpPr>
          <p:cNvPr id="9" name="Freeform 47"/>
          <p:cNvSpPr/>
          <p:nvPr/>
        </p:nvSpPr>
        <p:spPr>
          <a:xfrm>
            <a:off x="12237973" y="9307141"/>
            <a:ext cx="2631523" cy="2"/>
          </a:xfrm>
          <a:prstGeom prst="line">
            <a:avLst/>
          </a:prstGeom>
          <a:ln>
            <a:solidFill>
              <a:srgbClr val="BFBFBF"/>
            </a:solidFill>
          </a:ln>
        </p:spPr>
        <p:txBody>
          <a:bodyPr lIns="45718" tIns="45718" rIns="45718" bIns="45718"/>
          <a:lstStyle/>
          <a:p>
            <a:pPr/>
          </a:p>
        </p:txBody>
      </p:sp>
      <p:sp>
        <p:nvSpPr>
          <p:cNvPr id="10" name="Freeform 48"/>
          <p:cNvSpPr/>
          <p:nvPr/>
        </p:nvSpPr>
        <p:spPr>
          <a:xfrm>
            <a:off x="12229154" y="9417119"/>
            <a:ext cx="2646002" cy="2"/>
          </a:xfrm>
          <a:prstGeom prst="line">
            <a:avLst/>
          </a:prstGeom>
          <a:ln>
            <a:solidFill>
              <a:srgbClr val="BFBFBF"/>
            </a:solidFill>
          </a:ln>
        </p:spPr>
        <p:txBody>
          <a:bodyPr lIns="45718" tIns="45718" rIns="45718" bIns="45718"/>
          <a:lstStyle/>
          <a:p>
            <a:pPr/>
          </a:p>
        </p:txBody>
      </p:sp>
      <p:sp>
        <p:nvSpPr>
          <p:cNvPr id="11" name="Freeform 67"/>
          <p:cNvSpPr/>
          <p:nvPr/>
        </p:nvSpPr>
        <p:spPr>
          <a:xfrm>
            <a:off x="13545545" y="6950907"/>
            <a:ext cx="2" cy="890404"/>
          </a:xfrm>
          <a:prstGeom prst="line">
            <a:avLst/>
          </a:prstGeom>
          <a:ln>
            <a:solidFill>
              <a:srgbClr val="BFBFBF"/>
            </a:solidFill>
          </a:ln>
        </p:spPr>
        <p:txBody>
          <a:bodyPr lIns="45718" tIns="45718" rIns="45718" bIns="45718"/>
          <a:lstStyle/>
          <a:p>
            <a:pPr/>
          </a:p>
        </p:txBody>
      </p:sp>
      <p:sp>
        <p:nvSpPr>
          <p:cNvPr id="12" name="TextBox 75"/>
          <p:cNvSpPr txBox="1"/>
          <p:nvPr/>
        </p:nvSpPr>
        <p:spPr>
          <a:xfrm>
            <a:off x="12234160" y="9470638"/>
            <a:ext cx="25922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13" name="Freeform 76"/>
          <p:cNvSpPr/>
          <p:nvPr/>
        </p:nvSpPr>
        <p:spPr>
          <a:xfrm>
            <a:off x="12233492" y="9612058"/>
            <a:ext cx="2636005" cy="2"/>
          </a:xfrm>
          <a:prstGeom prst="line">
            <a:avLst/>
          </a:prstGeom>
          <a:ln w="3175">
            <a:solidFill>
              <a:srgbClr val="BFBFBF"/>
            </a:solidFill>
          </a:ln>
        </p:spPr>
        <p:txBody>
          <a:bodyPr lIns="45718" tIns="45718" rIns="45718" bIns="45718"/>
          <a:lstStyle/>
          <a:p>
            <a:pPr/>
          </a:p>
        </p:txBody>
      </p:sp>
      <p:sp>
        <p:nvSpPr>
          <p:cNvPr id="14" name="TextBox 77"/>
          <p:cNvSpPr txBox="1"/>
          <p:nvPr/>
        </p:nvSpPr>
        <p:spPr>
          <a:xfrm>
            <a:off x="12507654" y="9632305"/>
            <a:ext cx="510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15" name="Freeform 79"/>
          <p:cNvSpPr/>
          <p:nvPr/>
        </p:nvSpPr>
        <p:spPr>
          <a:xfrm>
            <a:off x="12513692" y="9612117"/>
            <a:ext cx="2" cy="821436"/>
          </a:xfrm>
          <a:prstGeom prst="line">
            <a:avLst/>
          </a:prstGeom>
          <a:ln w="3175">
            <a:solidFill>
              <a:srgbClr val="BFBFBF"/>
            </a:solidFill>
          </a:ln>
        </p:spPr>
        <p:txBody>
          <a:bodyPr lIns="45718" tIns="45718" rIns="45718" bIns="45718"/>
          <a:lstStyle/>
          <a:p>
            <a:pPr/>
          </a:p>
        </p:txBody>
      </p:sp>
      <p:sp>
        <p:nvSpPr>
          <p:cNvPr id="16"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17" name="Freeform 82"/>
          <p:cNvSpPr/>
          <p:nvPr/>
        </p:nvSpPr>
        <p:spPr>
          <a:xfrm>
            <a:off x="12236067" y="9736835"/>
            <a:ext cx="2636005" cy="2"/>
          </a:xfrm>
          <a:prstGeom prst="line">
            <a:avLst/>
          </a:prstGeom>
          <a:ln w="3175">
            <a:solidFill>
              <a:srgbClr val="BFBFBF"/>
            </a:solidFill>
          </a:ln>
        </p:spPr>
        <p:txBody>
          <a:bodyPr lIns="45718" tIns="45718" rIns="45718" bIns="45718"/>
          <a:lstStyle/>
          <a:p>
            <a:pPr/>
          </a:p>
        </p:txBody>
      </p:sp>
      <p:sp>
        <p:nvSpPr>
          <p:cNvPr id="18" name="Freeform 83"/>
          <p:cNvSpPr/>
          <p:nvPr/>
        </p:nvSpPr>
        <p:spPr>
          <a:xfrm>
            <a:off x="13052420" y="9614214"/>
            <a:ext cx="2" cy="824699"/>
          </a:xfrm>
          <a:prstGeom prst="line">
            <a:avLst/>
          </a:prstGeom>
          <a:ln w="3175">
            <a:solidFill>
              <a:srgbClr val="BFBFBF"/>
            </a:solidFill>
          </a:ln>
        </p:spPr>
        <p:txBody>
          <a:bodyPr lIns="45718" tIns="45718" rIns="45718" bIns="45718"/>
          <a:lstStyle/>
          <a:p>
            <a:pPr/>
          </a:p>
        </p:txBody>
      </p:sp>
      <p:sp>
        <p:nvSpPr>
          <p:cNvPr id="19" name="TextBox 84"/>
          <p:cNvSpPr txBox="1"/>
          <p:nvPr/>
        </p:nvSpPr>
        <p:spPr>
          <a:xfrm>
            <a:off x="13058443" y="9631360"/>
            <a:ext cx="17816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20" name="Freeform 86"/>
          <p:cNvSpPr/>
          <p:nvPr/>
        </p:nvSpPr>
        <p:spPr>
          <a:xfrm>
            <a:off x="12237973" y="9877804"/>
            <a:ext cx="2636006" cy="2"/>
          </a:xfrm>
          <a:prstGeom prst="line">
            <a:avLst/>
          </a:prstGeom>
          <a:ln w="3175">
            <a:solidFill>
              <a:srgbClr val="BFBFBF"/>
            </a:solidFill>
          </a:ln>
        </p:spPr>
        <p:txBody>
          <a:bodyPr lIns="45718" tIns="45718" rIns="45718" bIns="45718"/>
          <a:lstStyle/>
          <a:p>
            <a:pPr/>
          </a:p>
        </p:txBody>
      </p:sp>
      <p:sp>
        <p:nvSpPr>
          <p:cNvPr id="21" name="Freeform 87"/>
          <p:cNvSpPr/>
          <p:nvPr/>
        </p:nvSpPr>
        <p:spPr>
          <a:xfrm>
            <a:off x="12236067" y="9878180"/>
            <a:ext cx="2636005" cy="3"/>
          </a:xfrm>
          <a:prstGeom prst="line">
            <a:avLst/>
          </a:prstGeom>
          <a:ln w="3175">
            <a:solidFill>
              <a:srgbClr val="BFBFBF"/>
            </a:solidFill>
          </a:ln>
        </p:spPr>
        <p:txBody>
          <a:bodyPr lIns="45718" tIns="45718" rIns="45718" bIns="45718"/>
          <a:lstStyle/>
          <a:p>
            <a:pPr/>
          </a:p>
        </p:txBody>
      </p:sp>
      <p:sp>
        <p:nvSpPr>
          <p:cNvPr id="22" name="Freeform 88"/>
          <p:cNvSpPr/>
          <p:nvPr/>
        </p:nvSpPr>
        <p:spPr>
          <a:xfrm>
            <a:off x="12237973" y="10019151"/>
            <a:ext cx="2636006" cy="2"/>
          </a:xfrm>
          <a:prstGeom prst="line">
            <a:avLst/>
          </a:prstGeom>
          <a:ln w="3175">
            <a:solidFill>
              <a:srgbClr val="BFBFBF"/>
            </a:solidFill>
          </a:ln>
        </p:spPr>
        <p:txBody>
          <a:bodyPr lIns="45718" tIns="45718" rIns="45718" bIns="45718"/>
          <a:lstStyle/>
          <a:p>
            <a:pPr/>
          </a:p>
        </p:txBody>
      </p:sp>
      <p:sp>
        <p:nvSpPr>
          <p:cNvPr id="23" name="Freeform 90"/>
          <p:cNvSpPr/>
          <p:nvPr/>
        </p:nvSpPr>
        <p:spPr>
          <a:xfrm>
            <a:off x="12237973" y="10159356"/>
            <a:ext cx="2636006" cy="3"/>
          </a:xfrm>
          <a:prstGeom prst="line">
            <a:avLst/>
          </a:prstGeom>
          <a:ln w="3175">
            <a:solidFill>
              <a:srgbClr val="BFBFBF"/>
            </a:solidFill>
          </a:ln>
        </p:spPr>
        <p:txBody>
          <a:bodyPr lIns="45718" tIns="45718" rIns="45718" bIns="45718"/>
          <a:lstStyle/>
          <a:p>
            <a:pPr/>
          </a:p>
        </p:txBody>
      </p:sp>
      <p:sp>
        <p:nvSpPr>
          <p:cNvPr id="24" name="Straight Connector 2"/>
          <p:cNvSpPr/>
          <p:nvPr/>
        </p:nvSpPr>
        <p:spPr>
          <a:xfrm>
            <a:off x="12237973" y="6947426"/>
            <a:ext cx="2636005" cy="2"/>
          </a:xfrm>
          <a:prstGeom prst="line">
            <a:avLst/>
          </a:prstGeom>
          <a:ln>
            <a:solidFill>
              <a:srgbClr val="BFBFBF"/>
            </a:solidFill>
          </a:ln>
        </p:spPr>
        <p:txBody>
          <a:bodyPr lIns="45718" tIns="45718" rIns="45718" bIns="45718"/>
          <a:lstStyle/>
          <a:p>
            <a:pPr/>
          </a:p>
        </p:txBody>
      </p:sp>
      <p:sp>
        <p:nvSpPr>
          <p:cNvPr id="25" name="Straight Connector 71"/>
          <p:cNvSpPr/>
          <p:nvPr/>
        </p:nvSpPr>
        <p:spPr>
          <a:xfrm>
            <a:off x="12237973" y="6659394"/>
            <a:ext cx="2636005" cy="2"/>
          </a:xfrm>
          <a:prstGeom prst="line">
            <a:avLst/>
          </a:prstGeom>
          <a:ln>
            <a:solidFill>
              <a:srgbClr val="BFBFBF"/>
            </a:solidFill>
          </a:ln>
        </p:spPr>
        <p:txBody>
          <a:bodyPr lIns="45718" tIns="45718" rIns="45718" bIns="45718"/>
          <a:lstStyle/>
          <a:p>
            <a:pPr/>
          </a:p>
        </p:txBody>
      </p:sp>
      <p:sp>
        <p:nvSpPr>
          <p:cNvPr id="26" name="Freeform 90"/>
          <p:cNvSpPr/>
          <p:nvPr/>
        </p:nvSpPr>
        <p:spPr>
          <a:xfrm>
            <a:off x="12237973" y="10298666"/>
            <a:ext cx="2636006" cy="2"/>
          </a:xfrm>
          <a:prstGeom prst="line">
            <a:avLst/>
          </a:prstGeom>
          <a:ln w="3175">
            <a:solidFill>
              <a:srgbClr val="BFBFBF"/>
            </a:solidFill>
          </a:ln>
        </p:spPr>
        <p:txBody>
          <a:bodyPr lIns="45718" tIns="45718" rIns="45718" bIns="45718"/>
          <a:lstStyle/>
          <a:p>
            <a:pPr/>
          </a:p>
        </p:txBody>
      </p:sp>
      <p:sp>
        <p:nvSpPr>
          <p:cNvPr id="27" name="TextBox 98"/>
          <p:cNvSpPr txBox="1"/>
          <p:nvPr/>
        </p:nvSpPr>
        <p:spPr>
          <a:xfrm>
            <a:off x="13070458" y="9889172"/>
            <a:ext cx="17630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28" name="TextBox 74"/>
          <p:cNvSpPr txBox="1"/>
          <p:nvPr/>
        </p:nvSpPr>
        <p:spPr>
          <a:xfrm>
            <a:off x="12243182" y="9193193"/>
            <a:ext cx="12663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29"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&lt;C&gt;</a:t>
            </a:r>
          </a:p>
        </p:txBody>
      </p:sp>
      <p:sp>
        <p:nvSpPr>
          <p:cNvPr id="30" name="TextBox 96"/>
          <p:cNvSpPr txBox="1"/>
          <p:nvPr/>
        </p:nvSpPr>
        <p:spPr>
          <a:xfrm>
            <a:off x="12228576" y="9321327"/>
            <a:ext cx="8335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&lt;D&gt;</a:t>
            </a:r>
          </a:p>
        </p:txBody>
      </p:sp>
      <p:sp>
        <p:nvSpPr>
          <p:cNvPr id="31" name="Freeform 21"/>
          <p:cNvSpPr/>
          <p:nvPr/>
        </p:nvSpPr>
        <p:spPr>
          <a:xfrm>
            <a:off x="13100005" y="9307141"/>
            <a:ext cx="2" cy="108002"/>
          </a:xfrm>
          <a:prstGeom prst="line">
            <a:avLst/>
          </a:prstGeom>
          <a:ln>
            <a:solidFill>
              <a:srgbClr val="BFBFBF"/>
            </a:solidFill>
          </a:ln>
        </p:spPr>
        <p:txBody>
          <a:bodyPr lIns="45718" tIns="45718" rIns="45718" bIns="45718"/>
          <a:lstStyle/>
          <a:p>
            <a:pPr/>
          </a:p>
        </p:txBody>
      </p:sp>
      <p:sp>
        <p:nvSpPr>
          <p:cNvPr id="32" name="Freeform 47"/>
          <p:cNvSpPr/>
          <p:nvPr/>
        </p:nvSpPr>
        <p:spPr>
          <a:xfrm>
            <a:off x="12226542" y="9184596"/>
            <a:ext cx="2646002" cy="2"/>
          </a:xfrm>
          <a:prstGeom prst="line">
            <a:avLst/>
          </a:prstGeom>
          <a:ln>
            <a:solidFill>
              <a:srgbClr val="BFBFBF"/>
            </a:solidFill>
          </a:ln>
        </p:spPr>
        <p:txBody>
          <a:bodyPr lIns="45718" tIns="45718" rIns="45718" bIns="45718"/>
          <a:lstStyle/>
          <a:p>
            <a:pPr/>
          </a:p>
        </p:txBody>
      </p:sp>
      <p:sp>
        <p:nvSpPr>
          <p:cNvPr id="33" name="TextBox 109"/>
          <p:cNvSpPr txBox="1"/>
          <p:nvPr/>
        </p:nvSpPr>
        <p:spPr>
          <a:xfrm>
            <a:off x="12253914" y="8867116"/>
            <a:ext cx="9599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34"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35" name="TextBox 111"/>
          <p:cNvSpPr txBox="1"/>
          <p:nvPr/>
        </p:nvSpPr>
        <p:spPr>
          <a:xfrm>
            <a:off x="13056406" y="9758240"/>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36" name="TextBox 113"/>
          <p:cNvSpPr txBox="1"/>
          <p:nvPr/>
        </p:nvSpPr>
        <p:spPr>
          <a:xfrm>
            <a:off x="12247271" y="9758240"/>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37"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&lt;P01&gt;</a:t>
            </a:r>
          </a:p>
        </p:txBody>
      </p:sp>
      <p:sp>
        <p:nvSpPr>
          <p:cNvPr id="38" name="Straight Connector 115"/>
          <p:cNvSpPr/>
          <p:nvPr/>
        </p:nvSpPr>
        <p:spPr>
          <a:xfrm>
            <a:off x="12237973" y="8270047"/>
            <a:ext cx="2636005" cy="2"/>
          </a:xfrm>
          <a:prstGeom prst="line">
            <a:avLst/>
          </a:prstGeom>
          <a:ln>
            <a:solidFill>
              <a:srgbClr val="BFBFBF"/>
            </a:solidFill>
          </a:ln>
        </p:spPr>
        <p:txBody>
          <a:bodyPr lIns="45718" tIns="45718" rIns="45718" bIns="45718"/>
          <a:lstStyle/>
          <a:p>
            <a:pPr/>
          </a:p>
        </p:txBody>
      </p:sp>
      <p:sp>
        <p:nvSpPr>
          <p:cNvPr id="39" name="Freeform 67"/>
          <p:cNvSpPr/>
          <p:nvPr/>
        </p:nvSpPr>
        <p:spPr>
          <a:xfrm>
            <a:off x="13962832" y="9310516"/>
            <a:ext cx="2" cy="108130"/>
          </a:xfrm>
          <a:prstGeom prst="line">
            <a:avLst/>
          </a:prstGeom>
          <a:ln>
            <a:solidFill>
              <a:srgbClr val="BFBFBF"/>
            </a:solidFill>
          </a:ln>
        </p:spPr>
        <p:txBody>
          <a:bodyPr lIns="45718" tIns="45718" rIns="45718" bIns="45718"/>
          <a:lstStyle/>
          <a:p>
            <a:pPr/>
          </a:p>
        </p:txBody>
      </p:sp>
      <p:sp>
        <p:nvSpPr>
          <p:cNvPr id="40" name="TextBox 117"/>
          <p:cNvSpPr txBox="1"/>
          <p:nvPr/>
        </p:nvSpPr>
        <p:spPr>
          <a:xfrm>
            <a:off x="13549306" y="7032755"/>
            <a:ext cx="1284187"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41" name="Rectangle 118"/>
          <p:cNvSpPr txBox="1"/>
          <p:nvPr/>
        </p:nvSpPr>
        <p:spPr>
          <a:xfrm>
            <a:off x="12292583" y="374374"/>
            <a:ext cx="2524151" cy="243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42"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43" name="Freeform 47"/>
          <p:cNvSpPr/>
          <p:nvPr/>
        </p:nvSpPr>
        <p:spPr>
          <a:xfrm flipV="1">
            <a:off x="13531175" y="9183037"/>
            <a:ext cx="2" cy="124738"/>
          </a:xfrm>
          <a:prstGeom prst="line">
            <a:avLst/>
          </a:prstGeom>
          <a:ln>
            <a:solidFill>
              <a:srgbClr val="BFBFBF"/>
            </a:solidFill>
          </a:ln>
        </p:spPr>
        <p:txBody>
          <a:bodyPr lIns="45718" tIns="45718" rIns="45718" bIns="45718"/>
          <a:lstStyle/>
          <a:p>
            <a:pPr/>
          </a:p>
        </p:txBody>
      </p:sp>
      <p:sp>
        <p:nvSpPr>
          <p:cNvPr id="44"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45" name="Straight Connector 53"/>
          <p:cNvSpPr/>
          <p:nvPr/>
        </p:nvSpPr>
        <p:spPr>
          <a:xfrm>
            <a:off x="12237973" y="7837999"/>
            <a:ext cx="2636005" cy="3"/>
          </a:xfrm>
          <a:prstGeom prst="line">
            <a:avLst/>
          </a:prstGeom>
          <a:ln>
            <a:solidFill>
              <a:srgbClr val="BFBFBF"/>
            </a:solidFill>
          </a:ln>
        </p:spPr>
        <p:txBody>
          <a:bodyPr lIns="45718" tIns="45718" rIns="45718" bIns="45718"/>
          <a:lstStyle/>
          <a:p>
            <a:pPr/>
          </a:p>
        </p:txBody>
      </p:sp>
      <p:sp>
        <p:nvSpPr>
          <p:cNvPr id="46" name="TextBox 5"/>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47" name="Freeform: Shape 6"/>
          <p:cNvSpPr/>
          <p:nvPr/>
        </p:nvSpPr>
        <p:spPr>
          <a:xfrm>
            <a:off x="12537433" y="7031193"/>
            <a:ext cx="705487" cy="6648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n-lt"/>
                <a:ea typeface="+mn-ea"/>
                <a:cs typeface="+mn-cs"/>
                <a:sym typeface="Calibri"/>
              </a:defRPr>
            </a:pPr>
          </a:p>
        </p:txBody>
      </p:sp>
      <p:sp>
        <p:nvSpPr>
          <p:cNvPr id="48" name="TextBox 4"/>
          <p:cNvSpPr txBox="1"/>
          <p:nvPr/>
        </p:nvSpPr>
        <p:spPr>
          <a:xfrm>
            <a:off x="12233457" y="8514819"/>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&lt;&lt;STATION_NAME&gt;&gt;</a:t>
            </a:r>
          </a:p>
        </p:txBody>
      </p:sp>
      <p:sp>
        <p:nvSpPr>
          <p:cNvPr id="49" name="TextBox 8"/>
          <p:cNvSpPr txBox="1"/>
          <p:nvPr/>
        </p:nvSpPr>
        <p:spPr>
          <a:xfrm>
            <a:off x="12233457" y="7989433"/>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&lt;&lt;ADDRESS&gt;&gt;</a:t>
            </a:r>
          </a:p>
        </p:txBody>
      </p:sp>
      <p:sp>
        <p:nvSpPr>
          <p:cNvPr id="50" name="TextBox 9"/>
          <p:cNvSpPr txBox="1"/>
          <p:nvPr/>
        </p:nvSpPr>
        <p:spPr>
          <a:xfrm>
            <a:off x="13056406" y="9904169"/>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51" name="TextBox 12"/>
          <p:cNvSpPr txBox="1"/>
          <p:nvPr/>
        </p:nvSpPr>
        <p:spPr>
          <a:xfrm>
            <a:off x="12247271" y="9904169"/>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52"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&lt;P02&gt;</a:t>
            </a:r>
          </a:p>
        </p:txBody>
      </p:sp>
      <p:sp>
        <p:nvSpPr>
          <p:cNvPr id="53"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54" name="Rectangle 22"/>
          <p:cNvSpPr txBox="1"/>
          <p:nvPr/>
        </p:nvSpPr>
        <p:spPr>
          <a:xfrm>
            <a:off x="12277790" y="832006"/>
            <a:ext cx="535694"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sp>
        <p:nvSpPr>
          <p:cNvPr id="55" name="TextBox 4"/>
          <p:cNvSpPr txBox="1"/>
          <p:nvPr/>
        </p:nvSpPr>
        <p:spPr>
          <a:xfrm>
            <a:off x="12339755" y="6688781"/>
            <a:ext cx="252270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RF SCHEMATICS</a:t>
            </a:r>
          </a:p>
        </p:txBody>
      </p:sp>
      <p:sp>
        <p:nvSpPr>
          <p:cNvPr id="56" name="TextBox 1"/>
          <p:cNvSpPr txBox="1"/>
          <p:nvPr/>
        </p:nvSpPr>
        <p:spPr>
          <a:xfrm>
            <a:off x="12275115" y="5244996"/>
            <a:ext cx="2538829" cy="1204723"/>
          </a:xfrm>
          <a:prstGeom prst="rect">
            <a:avLst/>
          </a:prstGeom>
          <a:ln>
            <a:solidFill>
              <a:srgbClr val="000000"/>
            </a:solidFill>
          </a:ln>
          <a:extLst>
            <a:ext uri="{C572A759-6A51-4108-AA02-DFA0A04FC94B}">
              <ma14:wrappingTextBoxFlag xmlns:ma14="http://schemas.microsoft.com/office/mac/drawingml/2011/main" val="1"/>
            </a:ext>
          </a:extLst>
        </p:spPr>
        <p:txBody>
          <a:bodyPr lIns="45718" tIns="45718" rIns="45718" bIns="45718">
            <a:spAutoFit/>
          </a:bodyPr>
          <a:lstStyle/>
          <a:p>
            <a:pPr>
              <a:defRPr b="1" sz="1400" u="sng">
                <a:latin typeface="+mn-lt"/>
                <a:ea typeface="+mn-ea"/>
                <a:cs typeface="+mn-cs"/>
                <a:sym typeface="Calibri"/>
              </a:defRPr>
            </a:pPr>
            <a:r>
              <a:t>NOTE: </a:t>
            </a:r>
            <a:br/>
            <a:r>
              <a:rPr b="0" u="none">
                <a:solidFill>
                  <a:srgbClr val="FF0000"/>
                </a:solidFill>
              </a:rPr>
              <a:t>LRN’s with all EiRP’s and all gLRN’s are FoH. LRN’s with only L1800 EiRP’s or no EiRP’s are BoH.</a:t>
            </a:r>
          </a:p>
        </p:txBody>
      </p:sp>
      <p:grpSp>
        <p:nvGrpSpPr>
          <p:cNvPr id="72" name="Group 36"/>
          <p:cNvGrpSpPr/>
          <p:nvPr/>
        </p:nvGrpSpPr>
        <p:grpSpPr>
          <a:xfrm>
            <a:off x="12277790" y="832005"/>
            <a:ext cx="2799016" cy="2693725"/>
            <a:chOff x="0" y="0"/>
            <a:chExt cx="2799014" cy="2693725"/>
          </a:xfrm>
        </p:grpSpPr>
        <p:sp>
          <p:nvSpPr>
            <p:cNvPr id="57" name="Rectangle 37"/>
            <p:cNvSpPr txBox="1"/>
            <p:nvPr/>
          </p:nvSpPr>
          <p:spPr>
            <a:xfrm>
              <a:off x="-1" y="-1"/>
              <a:ext cx="535694" cy="2024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800">
                  <a:solidFill>
                    <a:srgbClr val="808080"/>
                  </a:solidFill>
                  <a:latin typeface="Arial"/>
                  <a:ea typeface="Arial"/>
                  <a:cs typeface="Arial"/>
                  <a:sym typeface="Arial"/>
                </a:defRPr>
              </a:lvl1pPr>
            </a:lstStyle>
            <a:p>
              <a:pPr/>
              <a:r>
                <a:t>LEGEND</a:t>
              </a:r>
            </a:p>
          </p:txBody>
        </p:sp>
        <p:sp>
          <p:nvSpPr>
            <p:cNvPr id="58" name="Straight Connector 38"/>
            <p:cNvSpPr/>
            <p:nvPr/>
          </p:nvSpPr>
          <p:spPr>
            <a:xfrm>
              <a:off x="72002" y="356517"/>
              <a:ext cx="396046" cy="2"/>
            </a:xfrm>
            <a:prstGeom prst="line">
              <a:avLst/>
            </a:prstGeom>
            <a:noFill/>
            <a:ln w="57150" cap="flat">
              <a:solidFill>
                <a:srgbClr val="0000FF"/>
              </a:solidFill>
              <a:prstDash val="solid"/>
              <a:round/>
            </a:ln>
            <a:effectLst/>
          </p:spPr>
          <p:txBody>
            <a:bodyPr wrap="square" lIns="45718" tIns="45718" rIns="45718" bIns="45718" numCol="1" anchor="t">
              <a:noAutofit/>
            </a:bodyPr>
            <a:lstStyle/>
            <a:p>
              <a:pPr/>
            </a:p>
          </p:txBody>
        </p:sp>
        <p:sp>
          <p:nvSpPr>
            <p:cNvPr id="59" name="Straight Connector 39"/>
            <p:cNvSpPr/>
            <p:nvPr/>
          </p:nvSpPr>
          <p:spPr>
            <a:xfrm>
              <a:off x="72002" y="943845"/>
              <a:ext cx="396046" cy="2"/>
            </a:xfrm>
            <a:prstGeom prst="line">
              <a:avLst/>
            </a:prstGeom>
            <a:noFill/>
            <a:ln w="28575" cap="flat">
              <a:solidFill>
                <a:srgbClr val="FFFF00"/>
              </a:solidFill>
              <a:prstDash val="solid"/>
              <a:round/>
            </a:ln>
            <a:effectLst/>
          </p:spPr>
          <p:txBody>
            <a:bodyPr wrap="square" lIns="45718" tIns="45718" rIns="45718" bIns="45718" numCol="1" anchor="t">
              <a:noAutofit/>
            </a:bodyPr>
            <a:lstStyle/>
            <a:p>
              <a:pPr/>
            </a:p>
          </p:txBody>
        </p:sp>
        <p:pic>
          <p:nvPicPr>
            <p:cNvPr id="60" name="Picture 40" descr="Picture 40"/>
            <p:cNvPicPr>
              <a:picLocks noChangeAspect="1"/>
            </p:cNvPicPr>
            <p:nvPr/>
          </p:nvPicPr>
          <p:blipFill>
            <a:blip r:embed="rId2">
              <a:extLst/>
            </a:blip>
            <a:stretch>
              <a:fillRect/>
            </a:stretch>
          </p:blipFill>
          <p:spPr>
            <a:xfrm>
              <a:off x="72001" y="1189862"/>
              <a:ext cx="1223630" cy="127463"/>
            </a:xfrm>
            <a:prstGeom prst="rect">
              <a:avLst/>
            </a:prstGeom>
            <a:ln w="12700" cap="flat">
              <a:noFill/>
              <a:miter lim="400000"/>
            </a:ln>
            <a:effectLst/>
          </p:spPr>
        </p:pic>
        <p:pic>
          <p:nvPicPr>
            <p:cNvPr id="61" name="Picture 41" descr="Picture 41"/>
            <p:cNvPicPr>
              <a:picLocks noChangeAspect="1"/>
            </p:cNvPicPr>
            <p:nvPr/>
          </p:nvPicPr>
          <p:blipFill>
            <a:blip r:embed="rId3">
              <a:extLst/>
            </a:blip>
            <a:stretch>
              <a:fillRect/>
            </a:stretch>
          </p:blipFill>
          <p:spPr>
            <a:xfrm>
              <a:off x="72002" y="1374357"/>
              <a:ext cx="371499" cy="435126"/>
            </a:xfrm>
            <a:prstGeom prst="rect">
              <a:avLst/>
            </a:prstGeom>
            <a:ln w="12700" cap="flat">
              <a:noFill/>
              <a:miter lim="400000"/>
            </a:ln>
            <a:effectLst/>
          </p:spPr>
        </p:pic>
        <p:sp>
          <p:nvSpPr>
            <p:cNvPr id="62" name="TextBox 42"/>
            <p:cNvSpPr txBox="1"/>
            <p:nvPr/>
          </p:nvSpPr>
          <p:spPr>
            <a:xfrm>
              <a:off x="1313791" y="1453420"/>
              <a:ext cx="74752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LRN</a:t>
              </a:r>
            </a:p>
          </p:txBody>
        </p:sp>
        <p:sp>
          <p:nvSpPr>
            <p:cNvPr id="63" name="TextBox 43"/>
            <p:cNvSpPr txBox="1"/>
            <p:nvPr/>
          </p:nvSpPr>
          <p:spPr>
            <a:xfrm>
              <a:off x="1313791" y="1109577"/>
              <a:ext cx="776321"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HCU</a:t>
              </a:r>
            </a:p>
          </p:txBody>
        </p:sp>
        <p:sp>
          <p:nvSpPr>
            <p:cNvPr id="64" name="TextBox 44"/>
            <p:cNvSpPr txBox="1"/>
            <p:nvPr/>
          </p:nvSpPr>
          <p:spPr>
            <a:xfrm>
              <a:off x="1313791" y="805346"/>
              <a:ext cx="79574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Fibre Cable</a:t>
              </a:r>
            </a:p>
          </p:txBody>
        </p:sp>
        <p:sp>
          <p:nvSpPr>
            <p:cNvPr id="65" name="TextBox 45"/>
            <p:cNvSpPr txBox="1"/>
            <p:nvPr/>
          </p:nvSpPr>
          <p:spPr>
            <a:xfrm>
              <a:off x="1313791" y="218018"/>
              <a:ext cx="865767" cy="2483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CAT6a Cable</a:t>
              </a:r>
            </a:p>
          </p:txBody>
        </p:sp>
        <p:pic>
          <p:nvPicPr>
            <p:cNvPr id="66" name="Picture 46" descr="Picture 46"/>
            <p:cNvPicPr>
              <a:picLocks noChangeAspect="1"/>
            </p:cNvPicPr>
            <p:nvPr/>
          </p:nvPicPr>
          <p:blipFill>
            <a:blip r:embed="rId4">
              <a:extLst/>
            </a:blip>
            <a:stretch>
              <a:fillRect/>
            </a:stretch>
          </p:blipFill>
          <p:spPr>
            <a:xfrm>
              <a:off x="120194" y="2281707"/>
              <a:ext cx="275114" cy="412018"/>
            </a:xfrm>
            <a:prstGeom prst="rect">
              <a:avLst/>
            </a:prstGeom>
            <a:ln w="12700" cap="flat">
              <a:noFill/>
              <a:miter lim="400000"/>
            </a:ln>
            <a:effectLst/>
          </p:spPr>
        </p:pic>
        <p:sp>
          <p:nvSpPr>
            <p:cNvPr id="67" name="TextBox 47"/>
            <p:cNvSpPr txBox="1"/>
            <p:nvPr/>
          </p:nvSpPr>
          <p:spPr>
            <a:xfrm>
              <a:off x="1313791" y="2349216"/>
              <a:ext cx="1485224"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defRPr sz="1200">
                  <a:latin typeface="+mn-lt"/>
                  <a:ea typeface="+mn-ea"/>
                  <a:cs typeface="+mn-cs"/>
                  <a:sym typeface="Calibri"/>
                </a:defRPr>
              </a:lvl1pPr>
            </a:lstStyle>
            <a:p>
              <a:pPr/>
              <a:r>
                <a:t>Omni Antenna</a:t>
              </a:r>
            </a:p>
          </p:txBody>
        </p:sp>
        <p:sp>
          <p:nvSpPr>
            <p:cNvPr id="68" name="Straight Connector 48"/>
            <p:cNvSpPr/>
            <p:nvPr/>
          </p:nvSpPr>
          <p:spPr>
            <a:xfrm>
              <a:off x="72002" y="653135"/>
              <a:ext cx="396046" cy="2"/>
            </a:xfrm>
            <a:prstGeom prst="line">
              <a:avLst/>
            </a:prstGeom>
            <a:noFill/>
            <a:ln w="57150" cap="flat">
              <a:solidFill>
                <a:srgbClr val="7030A0"/>
              </a:solidFill>
              <a:prstDash val="solid"/>
              <a:round/>
            </a:ln>
            <a:effectLst/>
          </p:spPr>
          <p:txBody>
            <a:bodyPr wrap="square" lIns="45718" tIns="45718" rIns="45718" bIns="45718" numCol="1" anchor="t">
              <a:noAutofit/>
            </a:bodyPr>
            <a:lstStyle/>
            <a:p>
              <a:pPr/>
            </a:p>
          </p:txBody>
        </p:sp>
        <p:sp>
          <p:nvSpPr>
            <p:cNvPr id="69" name="TextBox 49"/>
            <p:cNvSpPr txBox="1"/>
            <p:nvPr/>
          </p:nvSpPr>
          <p:spPr>
            <a:xfrm>
              <a:off x="1313791" y="508545"/>
              <a:ext cx="1126439"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½” Coaxial Cable</a:t>
              </a:r>
            </a:p>
          </p:txBody>
        </p:sp>
        <p:pic>
          <p:nvPicPr>
            <p:cNvPr id="70" name="Picture 50" descr="Picture 50"/>
            <p:cNvPicPr>
              <a:picLocks noChangeAspect="1"/>
            </p:cNvPicPr>
            <p:nvPr/>
          </p:nvPicPr>
          <p:blipFill>
            <a:blip r:embed="rId5">
              <a:extLst/>
            </a:blip>
            <a:stretch>
              <a:fillRect/>
            </a:stretch>
          </p:blipFill>
          <p:spPr>
            <a:xfrm>
              <a:off x="120193" y="1854241"/>
              <a:ext cx="358445" cy="440944"/>
            </a:xfrm>
            <a:prstGeom prst="rect">
              <a:avLst/>
            </a:prstGeom>
            <a:ln w="12700" cap="flat">
              <a:noFill/>
              <a:miter lim="400000"/>
            </a:ln>
            <a:effectLst/>
          </p:spPr>
        </p:pic>
        <p:sp>
          <p:nvSpPr>
            <p:cNvPr id="71" name="TextBox 51"/>
            <p:cNvSpPr txBox="1"/>
            <p:nvPr/>
          </p:nvSpPr>
          <p:spPr>
            <a:xfrm>
              <a:off x="1313790" y="1923476"/>
              <a:ext cx="819258"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gLRN</a:t>
              </a:r>
            </a:p>
          </p:txBody>
        </p:sp>
      </p:grpSp>
      <p:grpSp>
        <p:nvGrpSpPr>
          <p:cNvPr id="75" name="Group 35"/>
          <p:cNvGrpSpPr/>
          <p:nvPr/>
        </p:nvGrpSpPr>
        <p:grpSpPr>
          <a:xfrm>
            <a:off x="12261035" y="3636887"/>
            <a:ext cx="2584130" cy="1236563"/>
            <a:chOff x="0" y="-1"/>
            <a:chExt cx="2584128" cy="1236561"/>
          </a:xfrm>
        </p:grpSpPr>
        <p:pic>
          <p:nvPicPr>
            <p:cNvPr id="73" name="Picture 65" descr="Picture 65"/>
            <p:cNvPicPr>
              <a:picLocks noChangeAspect="1"/>
            </p:cNvPicPr>
            <p:nvPr/>
          </p:nvPicPr>
          <p:blipFill>
            <a:blip r:embed="rId6">
              <a:extLst/>
            </a:blip>
            <a:srcRect l="0" t="0" r="0" b="36493"/>
            <a:stretch>
              <a:fillRect/>
            </a:stretch>
          </p:blipFill>
          <p:spPr>
            <a:xfrm>
              <a:off x="4466" y="-2"/>
              <a:ext cx="2579662" cy="939998"/>
            </a:xfrm>
            <a:prstGeom prst="rect">
              <a:avLst/>
            </a:prstGeom>
            <a:ln w="12700" cap="flat">
              <a:noFill/>
              <a:miter lim="400000"/>
            </a:ln>
            <a:effectLst/>
          </p:spPr>
        </p:pic>
        <p:pic>
          <p:nvPicPr>
            <p:cNvPr id="74" name="Picture 66" descr="Picture 66"/>
            <p:cNvPicPr>
              <a:picLocks noChangeAspect="1"/>
            </p:cNvPicPr>
            <p:nvPr/>
          </p:nvPicPr>
          <p:blipFill>
            <a:blip r:embed="rId7">
              <a:extLst/>
            </a:blip>
            <a:srcRect l="0" t="79439" r="0" b="0"/>
            <a:stretch>
              <a:fillRect/>
            </a:stretch>
          </p:blipFill>
          <p:spPr>
            <a:xfrm>
              <a:off x="-1" y="931856"/>
              <a:ext cx="2582825" cy="304705"/>
            </a:xfrm>
            <a:prstGeom prst="rect">
              <a:avLst/>
            </a:prstGeom>
            <a:ln w="12700" cap="flat">
              <a:noFill/>
              <a:miter lim="400000"/>
            </a:ln>
            <a:effectLst/>
          </p:spPr>
        </p:pic>
      </p:grpSp>
      <p:sp>
        <p:nvSpPr>
          <p:cNvPr id="76" name="&lt;NUM&gt;"/>
          <p:cNvSpPr txBox="1"/>
          <p:nvPr/>
        </p:nvSpPr>
        <p:spPr>
          <a:xfrm>
            <a:off x="14296575" y="9157296"/>
            <a:ext cx="343269" cy="176221"/>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600">
                <a:latin typeface="+mn-lt"/>
                <a:ea typeface="+mn-ea"/>
                <a:cs typeface="+mn-cs"/>
                <a:sym typeface="Calibri"/>
              </a:defRPr>
            </a:lvl1pPr>
          </a:lstStyle>
          <a:p>
            <a:pPr/>
            <a:r>
              <a:t>&lt;NUM&gt;</a:t>
            </a:r>
          </a:p>
        </p:txBody>
      </p:sp>
      <p:sp>
        <p:nvSpPr>
          <p:cNvPr id="77" name="Title Text"/>
          <p:cNvSpPr txBox="1"/>
          <p:nvPr>
            <p:ph type="title"/>
          </p:nvPr>
        </p:nvSpPr>
        <p:spPr>
          <a:xfrm>
            <a:off x="2264326" y="1200532"/>
            <a:ext cx="12090401" cy="260156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normAutofit fontScale="100000" lnSpcReduction="0"/>
          </a:bodyPr>
          <a:lstStyle/>
          <a:p>
            <a:pPr/>
            <a:r>
              <a:t>Title Text</a:t>
            </a:r>
          </a:p>
        </p:txBody>
      </p:sp>
      <p:sp>
        <p:nvSpPr>
          <p:cNvPr id="78" name="Body Level One…"/>
          <p:cNvSpPr txBox="1"/>
          <p:nvPr>
            <p:ph type="body" idx="1"/>
          </p:nvPr>
        </p:nvSpPr>
        <p:spPr>
          <a:xfrm>
            <a:off x="8435468" y="3802097"/>
            <a:ext cx="5919259" cy="6891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79" name="Slide Number"/>
          <p:cNvSpPr txBox="1"/>
          <p:nvPr>
            <p:ph type="sldNum" sz="quarter" idx="2"/>
          </p:nvPr>
        </p:nvSpPr>
        <p:spPr>
          <a:xfrm>
            <a:off x="14362295" y="9201556"/>
            <a:ext cx="127001" cy="127001"/>
          </a:xfrm>
          <a:prstGeom prst="rect">
            <a:avLst/>
          </a:prstGeom>
          <a:ln w="12700">
            <a:miter lim="400000"/>
          </a:ln>
        </p:spPr>
        <p:txBody>
          <a:bodyPr wrap="none" lIns="0" tIns="0" rIns="0" bIns="0">
            <a:spAutoFit/>
          </a:bodyPr>
          <a:lstStyle>
            <a:lvl1pPr algn="ctr">
              <a:defRPr sz="600">
                <a:latin typeface="Arial"/>
                <a:ea typeface="Arial"/>
                <a:cs typeface="Arial"/>
                <a:sym typeface="Aria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8"/>
    <p:sldLayoutId id="2147483650" r:id="rId9"/>
    <p:sldLayoutId id="2147483651" r:id="rId10"/>
    <p:sldLayoutId id="2147483652" r:id="rId11"/>
    <p:sldLayoutId id="2147483653" r:id="rId12"/>
    <p:sldLayoutId id="2147483654" r:id="rId13"/>
    <p:sldLayoutId id="2147483655" r:id="rId14"/>
    <p:sldLayoutId id="2147483656" r:id="rId15"/>
    <p:sldLayoutId id="2147483657" r:id="rId16"/>
  </p:sldLayoutIdLst>
  <p:transition xmlns:p14="http://schemas.microsoft.com/office/powerpoint/2010/main" spd="med" advClick="1"/>
  <p:txStyles>
    <p:titleStyle>
      <a:lvl1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1pPr>
      <a:lvl2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2pPr>
      <a:lvl3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3pPr>
      <a:lvl4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4pPr>
      <a:lvl5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5pPr>
      <a:lvl6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6pPr>
      <a:lvl7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7pPr>
      <a:lvl8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8pPr>
      <a:lvl9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9pPr>
    </p:titleStyle>
    <p:bodyStyle>
      <a:lvl1pPr marL="527988" marR="0" indent="-52798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1pPr>
      <a:lvl2pPr marL="1215600" marR="0" indent="-511616"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2pPr>
      <a:lvl3pPr marL="1883633" marR="0" indent="-475663"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3pPr>
      <a:lvl4pPr marL="2679681"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4pPr>
      <a:lvl5pPr marL="3383665"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5pPr>
      <a:lvl6pPr marL="4087650"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6pPr>
      <a:lvl7pPr marL="4791633"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7pPr>
      <a:lvl8pPr marL="5495618"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8pPr>
      <a:lvl9pPr marL="6199602"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9pPr>
    </p:bodyStyle>
    <p:otherStyle>
      <a:lvl1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1pPr>
      <a:lvl2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2pPr>
      <a:lvl3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3pPr>
      <a:lvl4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4pPr>
      <a:lvl5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5pPr>
      <a:lvl6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6pPr>
      <a:lvl7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7pPr>
      <a:lvl8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8pPr>
      <a:lvl9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7" name="TextBox 25"/>
          <p:cNvSpPr txBox="1"/>
          <p:nvPr/>
        </p:nvSpPr>
        <p:spPr>
          <a:xfrm>
            <a:off x="681416" y="2028083"/>
            <a:ext cx="13240089" cy="1069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3200">
                <a:latin typeface="Verdana"/>
                <a:ea typeface="Verdana"/>
                <a:cs typeface="Verdana"/>
                <a:sym typeface="Verdana"/>
              </a:defRPr>
            </a:pPr>
            <a:r>
              <a:t>&lt;&lt;STATION&gt;&gt;</a:t>
            </a:r>
          </a:p>
          <a:p>
            <a:pPr>
              <a:defRPr sz="3200">
                <a:latin typeface="Verdana (Body)"/>
                <a:ea typeface="Verdana (Body)"/>
                <a:cs typeface="Verdana (Body)"/>
                <a:sym typeface="Verdana (Body)"/>
              </a:defRPr>
            </a:pPr>
            <a:r>
              <a:t>Appendix A – RF Schematics &amp; GA Drawings</a:t>
            </a:r>
          </a:p>
        </p:txBody>
      </p:sp>
      <p:graphicFrame>
        <p:nvGraphicFramePr>
          <p:cNvPr id="568" name="Table 27"/>
          <p:cNvGraphicFramePr/>
          <p:nvPr/>
        </p:nvGraphicFramePr>
        <p:xfrm>
          <a:off x="379746" y="9882199"/>
          <a:ext cx="13843431" cy="594931"/>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4229188"/>
                <a:gridCol w="684076"/>
                <a:gridCol w="2160240"/>
                <a:gridCol w="1571576"/>
                <a:gridCol w="1571576"/>
                <a:gridCol w="1836204"/>
                <a:gridCol w="1790571"/>
              </a:tblGrid>
              <a:tr h="277633">
                <a:tc>
                  <a:txBody>
                    <a:bodyPr/>
                    <a:lstStyle/>
                    <a:p>
                      <a:pPr defTabSz="914371">
                        <a:defRPr b="0" sz="1800"/>
                      </a:pPr>
                      <a:r>
                        <a:rPr sz="1100">
                          <a:latin typeface="Verdana (Body)"/>
                          <a:ea typeface="Verdana (Body)"/>
                          <a:cs typeface="Verdana (Body)"/>
                          <a:sym typeface="Verdana (Body)"/>
                        </a:rPr>
                        <a:t>Document Reference</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Revision</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Description of Changes</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Date</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Author</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Checked</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Approved  </a:t>
                      </a:r>
                    </a:p>
                  </a:txBody>
                  <a:tcPr marL="0" marR="0" marT="0" marB="0" anchor="ctr" anchorCtr="0" horzOverflow="overflow">
                    <a:lnT w="12700">
                      <a:solidFill>
                        <a:srgbClr val="A5A5A5"/>
                      </a:solidFill>
                    </a:lnT>
                    <a:lnB w="12700">
                      <a:solidFill>
                        <a:srgbClr val="D91D49"/>
                      </a:solidFill>
                    </a:lnB>
                  </a:tcPr>
                </a:tc>
              </a:tr>
              <a:tr h="317295">
                <a:tc>
                  <a:txBody>
                    <a:bodyPr/>
                    <a:lstStyle/>
                    <a:p>
                      <a:pPr defTabSz="914371">
                        <a:defRPr sz="1800"/>
                      </a:pPr>
                      <a:r>
                        <a:rPr sz="1100">
                          <a:latin typeface="Verdana"/>
                          <a:ea typeface="Verdana"/>
                          <a:cs typeface="Verdana"/>
                          <a:sym typeface="Verdana"/>
                        </a:rPr>
                        <a:t>TCP01-BDN-COM-&lt;&lt;CODE&gt;&gt;_0-SPE-DM-0005</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P02</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Updated Design</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&lt;P02&gt;</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&lt;&lt;Author&gt;&gt;</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&lt;&lt;Checked&gt;&gt;</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&lt;&lt;Approved&gt;&gt;</a:t>
                      </a:r>
                    </a:p>
                  </a:txBody>
                  <a:tcPr marL="0" marR="0" marT="0" marB="0" anchor="ctr" anchorCtr="0" horzOverflow="overflow">
                    <a:lnT w="12700">
                      <a:solidFill>
                        <a:srgbClr val="D91D49"/>
                      </a:solidFill>
                    </a:lnT>
                    <a:lnB w="12700">
                      <a:solidFill>
                        <a:srgbClr val="A5A5A5"/>
                      </a:solidFill>
                    </a:lnB>
                    <a:noFill/>
                  </a:tcPr>
                </a:tc>
              </a:tr>
            </a:tbl>
          </a:graphicData>
        </a:graphic>
      </p:graphicFrame>
      <p:sp>
        <p:nvSpPr>
          <p:cNvPr id="569" name="Rectangle"/>
          <p:cNvSpPr/>
          <p:nvPr/>
        </p:nvSpPr>
        <p:spPr>
          <a:xfrm>
            <a:off x="349370" y="3255350"/>
            <a:ext cx="14414260" cy="6462575"/>
          </a:xfrm>
          <a:prstGeom prst="rect">
            <a:avLst/>
          </a:prstGeom>
          <a:solidFill>
            <a:srgbClr val="FFFFFF"/>
          </a:solidFill>
          <a:ln w="25400">
            <a:solidFill>
              <a:schemeClr val="accent1"/>
            </a:solidFill>
          </a:ln>
        </p:spPr>
        <p:txBody>
          <a:bodyPr lIns="45718" tIns="45718" rIns="45718" bIns="45718" anchor="ctr"/>
          <a:lstStyle/>
          <a:p>
            <a:pPr>
              <a:defRPr>
                <a:latin typeface="+mn-lt"/>
                <a:ea typeface="+mn-ea"/>
                <a:cs typeface="+mn-cs"/>
                <a:sym typeface="Calibri"/>
              </a:defRPr>
            </a:pPr>
          </a:p>
        </p:txBody>
      </p:sp>
      <p:sp>
        <p:nvSpPr>
          <p:cNvPr id="570" name="&lt;&lt;3D_IMAGE&gt;&gt;"/>
          <p:cNvSpPr txBox="1"/>
          <p:nvPr/>
        </p:nvSpPr>
        <p:spPr>
          <a:xfrm>
            <a:off x="6480599" y="6264257"/>
            <a:ext cx="2383414" cy="444755"/>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a:latin typeface="+mn-lt"/>
                <a:ea typeface="+mn-ea"/>
                <a:cs typeface="+mn-cs"/>
                <a:sym typeface="Calibri"/>
              </a:defRPr>
            </a:lvl1pPr>
          </a:lstStyle>
          <a:p>
            <a:pPr/>
            <a:r>
              <a:t>&lt;&lt;3D_IMAGE&gt;&gt;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2" name="TextBox 13"/>
          <p:cNvSpPr txBox="1"/>
          <p:nvPr/>
        </p:nvSpPr>
        <p:spPr>
          <a:xfrm>
            <a:off x="306975" y="645702"/>
            <a:ext cx="11917061" cy="54933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3600" u="sng">
                <a:latin typeface="+mn-lt"/>
                <a:ea typeface="+mn-ea"/>
                <a:cs typeface="+mn-cs"/>
                <a:sym typeface="Calibri"/>
              </a:defRPr>
            </a:lvl1pPr>
          </a:lstStyle>
          <a:p>
            <a:pPr/>
            <a:r>
              <a:t>Design Change Summary</a:t>
            </a:r>
          </a:p>
        </p:txBody>
      </p:sp>
      <p:sp>
        <p:nvSpPr>
          <p:cNvPr id="573" name="Rectangle 14"/>
          <p:cNvSpPr/>
          <p:nvPr/>
        </p:nvSpPr>
        <p:spPr>
          <a:xfrm>
            <a:off x="12269754" y="1292034"/>
            <a:ext cx="2388638" cy="1133925"/>
          </a:xfrm>
          <a:prstGeom prst="rect">
            <a:avLst/>
          </a:prstGeom>
          <a:solidFill>
            <a:srgbClr val="FFFFFF"/>
          </a:solidFill>
          <a:ln w="19050" cap="rnd">
            <a:solidFill>
              <a:srgbClr val="FFFFFF"/>
            </a:solidFill>
            <a:bevel/>
          </a:ln>
        </p:spPr>
        <p:txBody>
          <a:bodyPr lIns="45718" tIns="45718" rIns="45718" bIns="45718" anchor="ctr"/>
          <a:lstStyle/>
          <a:p>
            <a:pPr algn="ctr">
              <a:defRPr>
                <a:latin typeface="+mn-lt"/>
                <a:ea typeface="+mn-ea"/>
                <a:cs typeface="+mn-cs"/>
                <a:sym typeface="Calibri"/>
              </a:defRPr>
            </a:pPr>
          </a:p>
        </p:txBody>
      </p:sp>
      <p:sp>
        <p:nvSpPr>
          <p:cNvPr id="574" name="TextBox 1"/>
          <p:cNvSpPr txBox="1"/>
          <p:nvPr/>
        </p:nvSpPr>
        <p:spPr>
          <a:xfrm>
            <a:off x="509852" y="1658984"/>
            <a:ext cx="11122622" cy="91728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800">
                <a:latin typeface="+mn-lt"/>
                <a:ea typeface="+mn-ea"/>
                <a:cs typeface="+mn-cs"/>
                <a:sym typeface="Calibri"/>
              </a:defRPr>
            </a:lvl1pPr>
          </a:lstStyle>
          <a:p>
            <a:pPr/>
            <a:r>
              <a:t>This P02 MNO Pack has been updated to reflect changes in the design after JSV's have been conducted, installation professionals have provided feedback and verification, and TfL heritage have given approvals. This P02 MNO Pack deprecates the preliminary design issued as P01. </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6" name="Rectangle 17"/>
          <p:cNvSpPr/>
          <p:nvPr/>
        </p:nvSpPr>
        <p:spPr>
          <a:xfrm>
            <a:off x="12451364" y="4166058"/>
            <a:ext cx="695743" cy="447264"/>
          </a:xfrm>
          <a:prstGeom prst="rect">
            <a:avLst/>
          </a:prstGeom>
          <a:ln w="28575" cap="rnd">
            <a:solidFill>
              <a:srgbClr val="FF0000"/>
            </a:solidFill>
            <a:bevel/>
          </a:ln>
        </p:spPr>
        <p:txBody>
          <a:bodyPr lIns="45718" tIns="45718" rIns="45718" bIns="45718" anchor="ctr"/>
          <a:lstStyle/>
          <a:p>
            <a:pPr algn="ctr">
              <a:defRPr>
                <a:latin typeface="+mn-lt"/>
                <a:ea typeface="+mn-ea"/>
                <a:cs typeface="+mn-cs"/>
                <a:sym typeface="Calibri"/>
              </a:defRPr>
            </a:pPr>
          </a:p>
        </p:txBody>
      </p:sp>
      <p:sp>
        <p:nvSpPr>
          <p:cNvPr id="577" name="TextBox 18"/>
          <p:cNvSpPr txBox="1"/>
          <p:nvPr/>
        </p:nvSpPr>
        <p:spPr>
          <a:xfrm>
            <a:off x="13304915" y="4207747"/>
            <a:ext cx="1439464" cy="2807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latin typeface="+mn-lt"/>
                <a:ea typeface="+mn-ea"/>
                <a:cs typeface="+mn-cs"/>
                <a:sym typeface="Calibri"/>
              </a:defRPr>
            </a:lvl1pPr>
          </a:lstStyle>
          <a:p>
            <a:pPr/>
            <a:r>
              <a:t>MIMO Only area</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9" name="Rectangle"/>
          <p:cNvSpPr/>
          <p:nvPr/>
        </p:nvSpPr>
        <p:spPr>
          <a:xfrm>
            <a:off x="262515" y="2511337"/>
            <a:ext cx="11871901" cy="6783232"/>
          </a:xfrm>
          <a:prstGeom prst="rect">
            <a:avLst/>
          </a:prstGeom>
          <a:solidFill>
            <a:srgbClr val="FFFFFF"/>
          </a:solidFill>
          <a:ln w="25400">
            <a:solidFill>
              <a:schemeClr val="accent1"/>
            </a:solidFill>
          </a:ln>
        </p:spPr>
        <p:txBody>
          <a:bodyPr lIns="45718" tIns="45718" rIns="45718" bIns="45718" anchor="ctr"/>
          <a:lstStyle/>
          <a:p>
            <a:pPr>
              <a:defRPr>
                <a:latin typeface="+mn-lt"/>
                <a:ea typeface="+mn-ea"/>
                <a:cs typeface="+mn-cs"/>
                <a:sym typeface="Calibri"/>
              </a:defRPr>
            </a:pPr>
          </a:p>
        </p:txBody>
      </p:sp>
      <p:sp>
        <p:nvSpPr>
          <p:cNvPr id="580" name="&lt;&lt;CABLE_IMAGE&gt;&gt;"/>
          <p:cNvSpPr txBox="1"/>
          <p:nvPr/>
        </p:nvSpPr>
        <p:spPr>
          <a:xfrm>
            <a:off x="4710152" y="5624980"/>
            <a:ext cx="2976625" cy="44475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a:latin typeface="+mn-lt"/>
                <a:ea typeface="+mn-ea"/>
                <a:cs typeface="+mn-cs"/>
                <a:sym typeface="Calibri"/>
              </a:defRPr>
            </a:lvl1pPr>
          </a:lstStyle>
          <a:p>
            <a:pPr/>
            <a:r>
              <a:t>&lt;&lt;CABLE_IMAGE&gt;&gt;</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82" name="Picture 2" descr="Picture 2"/>
          <p:cNvPicPr>
            <a:picLocks noChangeAspect="1"/>
          </p:cNvPicPr>
          <p:nvPr/>
        </p:nvPicPr>
        <p:blipFill>
          <a:blip r:embed="rId2">
            <a:extLst/>
          </a:blip>
          <a:stretch>
            <a:fillRect/>
          </a:stretch>
        </p:blipFill>
        <p:spPr>
          <a:xfrm>
            <a:off x="14046598" y="5798542"/>
            <a:ext cx="800433" cy="800433"/>
          </a:xfrm>
          <a:prstGeom prst="rect">
            <a:avLst/>
          </a:prstGeom>
          <a:ln w="12700">
            <a:miter lim="400000"/>
          </a:ln>
        </p:spPr>
      </p:pic>
      <p:sp>
        <p:nvSpPr>
          <p:cNvPr id="583" name="&lt;&lt;TITLE&gt;&gt;"/>
          <p:cNvSpPr txBox="1"/>
          <p:nvPr/>
        </p:nvSpPr>
        <p:spPr>
          <a:xfrm>
            <a:off x="435937" y="616154"/>
            <a:ext cx="3598287" cy="63411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200" u="sng">
                <a:latin typeface="Carlito"/>
                <a:ea typeface="Carlito"/>
                <a:cs typeface="Carlito"/>
                <a:sym typeface="Carlito"/>
              </a:defRPr>
            </a:lvl1pPr>
          </a:lstStyle>
          <a:p>
            <a:pPr/>
            <a:r>
              <a:t>&lt;&lt;TITLE&gt;&gt;</a:t>
            </a:r>
          </a:p>
        </p:txBody>
      </p:sp>
      <p:sp>
        <p:nvSpPr>
          <p:cNvPr id="584" name="Rectangle"/>
          <p:cNvSpPr/>
          <p:nvPr/>
        </p:nvSpPr>
        <p:spPr>
          <a:xfrm>
            <a:off x="346087" y="1890004"/>
            <a:ext cx="11818354" cy="6989659"/>
          </a:xfrm>
          <a:prstGeom prst="rect">
            <a:avLst/>
          </a:prstGeom>
          <a:solidFill>
            <a:srgbClr val="FFFFFF"/>
          </a:solidFill>
          <a:ln w="25400">
            <a:solidFill>
              <a:schemeClr val="accent1"/>
            </a:solidFill>
          </a:ln>
        </p:spPr>
        <p:txBody>
          <a:bodyPr lIns="45718" tIns="45718" rIns="45718" bIns="45718" anchor="ctr"/>
          <a:lstStyle/>
          <a:p>
            <a:pPr>
              <a:defRPr>
                <a:latin typeface="+mn-lt"/>
                <a:ea typeface="+mn-ea"/>
                <a:cs typeface="+mn-cs"/>
                <a:sym typeface="Calibri"/>
              </a:defRPr>
            </a:pPr>
          </a:p>
        </p:txBody>
      </p:sp>
      <p:sp>
        <p:nvSpPr>
          <p:cNvPr id="585" name="&lt;&lt;logo_image&gt;&gt;"/>
          <p:cNvSpPr txBox="1"/>
          <p:nvPr/>
        </p:nvSpPr>
        <p:spPr>
          <a:xfrm>
            <a:off x="4932262" y="5099172"/>
            <a:ext cx="2646003" cy="44475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a:latin typeface="+mn-lt"/>
                <a:ea typeface="+mn-ea"/>
                <a:cs typeface="+mn-cs"/>
                <a:sym typeface="Calibri"/>
              </a:defRPr>
            </a:lvl1pPr>
          </a:lstStyle>
          <a:p>
            <a:pPr/>
            <a:r>
              <a:t>&lt;&lt;logo_image&gt;&gt;</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